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RENEAU BAYS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Reneau Bays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paid marketing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1 in 4 calls missed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associates yet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profit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82 of the last 356 inbound calls went to voicemail unanswered, with no after-hours coverage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Two unmerged Google Business Profiles split reviews — one still miscategorized as Bankruptcy Attorney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sustained paid marketing has ever existed, leaving the firm invisible in searches Lai &amp; Turner and Cannon &amp; Associates dominate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Two respected, referral-worthy practices already merged into one firm with real reputation and depth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Lai &amp; Turner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Higher volume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existing SMB Team client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Cannon &amp; Associates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Higher volume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OKC + Edmond footprint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Rahill Law Firm PLLC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Strong brand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family-law-only focus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Reneau Bays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Fragmented (2 GBPs)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RENEAU BAYS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$1.6M in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leads, intake, team, and profit — must work together. When they do, Danny can finally step back from litigating and Roger can bring on the associates he's been planning.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$800K → $1.6M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away from casework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Merge &amp; fix the two fragmented Google profiles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Local Services Ads — family law &amp; probate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Rebuild page titles around real search terms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landing pages for 5 surrounding cities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Close the after-hours coverage gap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the already-planned Smith.ai + Clio setup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defined lead follow-up sequence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Stop losing calls that go straight to voicemail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Convert leads you're already generating today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Coach Danny's shift from litigating to managing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Roger's associate hiring framework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Connect rate increases to real take-home income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an FCOO Advisor once the first hire lands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firm that runs without either partner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RENEAU BAYS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GBP merge · LSA · geo-optimized pages · PPC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$5,500–$20,000/mo paid directly to Google/LSA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$10,000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(~7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$70,000 revenue · 12.7×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(~32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$320,000 revenue · 16×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Plus sessions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Local Services Ads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Merge &amp; re-categorize both GBPs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Relaunch geo-optimized practice pages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Google Search PPC alongside LSA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"Imagine handing off the casework, watching your kids' games, and knowing the firm still runs exactly the way you built it."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
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GRABB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Grabb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$25K/mo, zero 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CRM/lead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manager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unconfirmed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Spending ~$25K/mo on marketing with zero visibility in 6 local search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inconsistency and ~46 reviews vs. 92-348 for the top 3 competitors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Revenue and marketing ROI unconfirmed — no baseline to measure against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24/7 answering service with immediate follow-up already in place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Karnas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348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Dedicated MVA/moto pages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Goldberg &amp; Osborne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Multi-market ad spend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Zanes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Active PPC landing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Grabb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~46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GRABB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Add 5-10 Cases a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Gen, Intake, Team, and Profit — have to work together. Miss one and the $25,000 Grabb Law already spends keeps circulating without becoming more cases. When all four work, Robert can finally step away from day-to-day oversight.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+5-10 cases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day-to-day oversight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Redirect part of the $25K/mo into Google &amp; LSA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across all directories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Robert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for website visitors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attorney bio &amp; site performance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where leads go after the phone rings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follow-up sequence for non-signers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web forms route into 24/7 intake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 up decisions on borderline case criteria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the answering service into a real funnel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Name a dedicated intake/ops point of contact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revenue and true marketing ROI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across every channel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Robert's team toward self-management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the case goal into a tracked number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GRABB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Local SEO · Google Ads · LSA · Meta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$10,000-$20,000/mo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(1-2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$13K-$15K revenue · 1.3x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(6-7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$48K-$52K revenue · 2.5x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&amp; LSA for car accident searches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Redirect existing budget into digital channels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across Avvo, FindLaw, Yelp, BBB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website optimization &amp; attorney bio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 builds accountability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budget is already there. What's missing is the system — and the freedom that comes with never managing it alone."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
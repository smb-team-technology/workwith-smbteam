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KYLE AND KYLE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Kyle and Kyle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“Emails is a huge one for me… we have one person hired to review three people's emails”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“Just the running the business pulls me away from it.”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“It requires too much double work because then we still have to put it in our case management system”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Owners still run the business, which keeps pulling them away from growth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Double entry before each case opens costs staff time on every new client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current goal or fee-recovery tracking makes expansion hard to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KYLE AND KYLE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Scale Into New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Put AI to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On Routine Tasks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Monthly 1:1 with your Fractional CTO sets the roadmap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Automate email triage and calendaring first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Remove double entry at onboarding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Build the Loan Mod Analyzer for faster file review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Turn routine work into time back for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Equip the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To Use AI Safely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Give all 15 team members AI Workforce Pro access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Weekly implementation session keeps rollout on track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an AI policy and data-access rules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Protect client data while the team moves faster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One setup, not a pile of disconnected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Free Your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To Scale New States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Step back from running the business day to day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fee-recovery revenue with your dashboards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fresh revenue target for the expansion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Make Indiana and Ohio repeatable, not heavier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ops and finance leadership as you grow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KYLE AND KYLE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FRACTIONAL CTO — 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4891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5177" y="1519428"/>
            <a:ext cx="191935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Monthly 1:1 · AI skills · Custom automation · Reports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AI WORKFORCE PRO — 15 SEATS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$2,797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8220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8507" y="2570988"/>
            <a:ext cx="194602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Team-wide AI access · Weekly implementation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$6,094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718" y="3460051"/>
            <a:ext cx="221280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$500/mo by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AI 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Monthly 1:1 builds your roadmap; report tracks wins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Email overload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Up to 2 skills + 1 automation a month start there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Tool sprawl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Whole team in one place, weekly sessions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clients are already coming — the AI leverage to stop running the business and start scaling it is the missing piece."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
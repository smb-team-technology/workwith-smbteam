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TAX &amp; CONTRACTS, A LEGAL SERVICES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Tax &amp; Contracts, A Legal Services Company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3-pack / no GBP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57 leads, 1 booking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Team at capacity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ad attribution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57 paid ad leads yielded only 1 booking — intake is broken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GBP not listed under new brand; firm invisible in local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3–4 agencies active with no attribution or measurable ROI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Webinars close at 80%; referrals close at nearly 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Gordon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200+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4.8–4.9 stars · tax leader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Tax Defenders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280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BBB A+ · former IRS Counsel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Motiva Business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Active ads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business law + formation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Tax &amp; Contracts, A Legal Services Company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confirmed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GBP under legacy name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TAX &amp; CONTRACTS, A LEGAL SERVICES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$6M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— all four pillars must work together. When they do, Chrystan can step back from the day-to-day and let a firm she built run without 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Today → $6M in 3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GBP under Tax &amp; Contracts brand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tax &amp; business law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website that converts paid traffic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Spanish campaigns for Chicago clients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Earn 50+ Google reviews; enter the 3-pack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5-step follow-up for paid ad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from 1.75% to 10%+ lead conversion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intake from attorney to ops team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Unify lead tracking across all channels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paid leads into clients without more hrs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cost-per-client by channel and agency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End unaccountable agency spend; keep what works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SOPs and clear role ownership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coaching: build the $6M roadmap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profit model before revenue outpaces margin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TAX &amp; CONTRACTS, A LEGAL SERVICES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SEO · GBP · Spanish campaigns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&amp; annual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$7,047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$2,147/mo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$3,200–$6,000/mo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$12,500 revenue · 3.9×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(5–6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$27,500 revenue · 4.6×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live for tax &amp; business law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claimed under Tax &amp; Contracts brand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underway; intake sequence built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kickoff: attribution framework 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campaign driving local 3-pack entry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a $6 million firm I can step back from — where leads come in, clients are served, and it all runs without me."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
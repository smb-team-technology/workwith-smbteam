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OAKWOOD LEGAL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Oakwood Legal Group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Invisible in local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Contact form buried below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Owner fixes GBP himself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CPA tracking in 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Oakwood does not appear in a single local search tested for Personal Injury or Employment Law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A buried contact form risks losing the leads the firm is about to pay to generate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Mike is still the one fixing Google Business Profile categories himself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Already listed on FindLaw, Super Lawyers, and BBB — real directory credibility to build 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West Coast Trial Lawyers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Larger review base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Downtown LA · dominates PI searches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Law Offices of Jacob Emrani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Larger review base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Aggressive PI brand presence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Setyan Law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Sharper category focus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Keyword-matched employment pages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003A59"/>
                </a:solidFill>
                <a:latin typeface="Poppins"/>
              </a:rPr>
              <a:t>Oakwood Legal Group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Building review base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OAKWOOD LEGAL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Dominate Your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— leads, intake, team, and profit — must work together for growth to compound. When they do, Oakwood becomes the firm people find first, in every market it serves.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$3M → $6M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Be the firm clients find first, every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Employment Law paid search &amp; LSA campaigns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GBP: DBA, categories, and business name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Clean up conflicting Yelp/directory addresses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Employment Law practice-area content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Google into a pipeline that finds you first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Move the contact form above the fold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Evaluate adding a live chat option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follow-up sequence for new leads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after-hours coverage for calls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Never lose a lead you already paid to generate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Delegate GBP &amp; vendor management off Mike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cost-per-lead from campaign day one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Scope coaching/ops support on the next call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profit baseline before scaling spend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Free Mike from fixing categories mid-call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OAKWOOD LEGAL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$5,697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Website · SEO · GBP · paid ads focused on Employment Law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$5,697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Priced standalone this round — no bundle discount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Recommended ad spend: $10,000–$25,000/mo paid directly to Google/Meta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$8,000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 (12 cases/mo):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$96,000 revenue · 9.6× ROAS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 (36 cases/mo):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$288,000 revenue · 11.5× ROAS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Employment Law paid campaigns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GBP compliance &amp; begin directory cleanup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Reposition contact form above the fold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Publish Employment Law practice-area content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Schedule Solution Call to scope coaching/ops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"When someone in this city searches for a lawyer, it should be my name they find first."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
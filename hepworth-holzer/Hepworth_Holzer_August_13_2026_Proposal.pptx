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HEPWORTH HOLZER,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Hepworth Holzer,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Narrow PPC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lead attribution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ops 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lead-source attribution — every marketing dollar spent is a dollar the firm can't learn from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First ChatGPT ad test launched with no targeting — all 5 inquiries were poor-fit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Three different phone numbers across the web presence are suppressing local map rank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Already has ~87 Google reviews — more than Litster Frost (~77) and Monteleone (~18)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Feller &amp; Wendt,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143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Dedicated truck-accident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Litster Frost Injury Lawyers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77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Deepest trucking content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Monteleone Law Offices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Cites $8.5M truck verdict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Hepworth Holzer,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87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HEPWORTH HOLZER,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Win the AI-Search Channel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must work together. When they do, Kurt can prove which channel wins premium cases — and hand the next generation a firm that's ahead.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More Trucking &amp; Auto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Protect the firm you're building for the next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targeted Google Ads for trucking &amp; auto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Relaunch ChatGPT ads with real radius targeting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 across site, Yelp, and Martindale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AI-search content on landing pages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PPC into a pipeline you can prove 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Tag every lead to its real 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filter for premium case types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Filter out cases you're moving away from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poor-fit leads into a repeatable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Know exactly which channel earns your next case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Elite Coach Plus group coaching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marketing a home beyond Kurt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 per case by channel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Prove the trucking/auto shift pays off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firm the next generation inherits ahead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HEPWORTH HOLZER,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Targeted ads · Attribution · AI-search content · NAP cleanup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Masterminds · Quarterly + annual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$10,000–$40,000/mo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$7,500 (default)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(~2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$16,900 revenue · 1.7×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(~13-14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$101,000 revenue · 2.5×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coaching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targeted trucking/auto ad campaign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lead-source attribution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 inconsistency across directories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AI-search content live on landing pages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"The firm I hand to the next generation of partners is ahead of the market — not chasing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
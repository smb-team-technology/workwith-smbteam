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CHA CHA CHA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Cha Cha Cha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SAMUEL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“It's time-consuming on, like, looking for things.”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SAMUEL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“A whole bunch of things that we want to use AI for, to save some time on discovery drafts, complaint drafts.”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Manual intake ties up staff the team wants AI to take over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Drafting and search eat staff time and keep Alex in production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margin or cost-per-case view yet to plan growth from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CHA CHA CHA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$3.5M in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Lead the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Rollout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Your Fractional CTO leads AI so your team doesn't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Monthly 1:1 sessions to set AI priorities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Up to 2 new AI skills deployed each month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Up to 1 custom automation built each month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Alex steps toward the business, not the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Drafting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Shared AI workspace for all ten team members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AI skills to take first-touch intake steps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Faster discovery and complaint first drafts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Ask questions across Gmail and Dropbox files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implementation session keeps momentum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a Self-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Managing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Move repetitive work off your team's plates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Grow toward $3.5M without adding complexity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Replace vendor spend with in-house AI drafting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Later: Fractional COO for a self-managing team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Later: Fractional CFO for a clear profit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CHA CHA CHA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FRACTIONAL CTO — 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4891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5177" y="1519428"/>
            <a:ext cx="191935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Monthly 1:1 · AI skills · Custom automation · Reports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— 10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$2,197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7642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7928" y="2570988"/>
            <a:ext cx="2006599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Shared AI workspace · Skills library · Weekly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$5,494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922" y="3460051"/>
            <a:ext cx="2204605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$500/mo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 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skills + custom automation aimed at intake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Drafting,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Shared AI skills for drafting and document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Self-managing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Fractional CTO leads the rollout, not your team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work that keeps Alex in production is exactly the work AI can take on — and a self-managing team is within reach."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
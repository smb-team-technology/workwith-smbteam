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TRUCE RESOLUTIONS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63093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Truce Resolutions Stands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4848" y="164592"/>
            <a:ext cx="2066543" cy="512064"/>
          </a:xfrm>
          <a:prstGeom prst="rect">
            <a:avLst/>
          </a:prstGeom>
          <a:solidFill>
            <a:srgbClr val="0B4C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31152" y="210312"/>
            <a:ext cx="38404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775" y="274320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69CD2B"/>
                </a:solidFill>
                <a:latin typeface="Poppins"/>
              </a:rPr>
              <a:t>COMPETITIVE 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429768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9CC0D6"/>
                </a:solidFill>
                <a:latin typeface="Poppins"/>
              </a:rPr>
              <a:t>Score out of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005840"/>
            <a:ext cx="2066543" cy="3657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3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Lead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3" y="1426464"/>
            <a:ext cx="585216" cy="173736"/>
          </a:xfrm>
          <a:prstGeom prst="roundRect">
            <a:avLst/>
          </a:prstGeom>
          <a:solidFill>
            <a:srgbClr val="FB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3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32D2D"/>
                </a:solidFill>
                <a:latin typeface="Poppins"/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3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Grassroots only, no 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0592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0592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Intake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96896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896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Closes when they come 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36008" y="1005840"/>
            <a:ext cx="2066543" cy="3657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2312" y="1426464"/>
            <a:ext cx="585216" cy="173736"/>
          </a:xfrm>
          <a:prstGeom prst="roundRect">
            <a:avLst/>
          </a:prstGeom>
          <a:solidFill>
            <a:srgbClr val="FB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32D2D"/>
                </a:solidFill>
                <a:latin typeface="Poppins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Solo and can't switch off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8584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Profit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58584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8584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Small budget, no tracking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01168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KEY FINDINGS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267712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267712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9768" y="2459736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2386584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No paid marketing and no local map presence: growth depends on how many rooms Tamara can present in.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889504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2889504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9768" y="3081528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5800" y="3008376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Mobile speed scores 48/100 and Google lists the firm as a general law firm, so Solvang can't easily find it.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511296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3511296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9768" y="3703320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85800" y="3630168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Tamara is attorney, marketer and intake team in one, so the firm can't run while she steps away.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133087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4133087"/>
            <a:ext cx="36576" cy="557784"/>
          </a:xfrm>
          <a:prstGeom prst="rect">
            <a:avLst/>
          </a:prstGeom>
          <a:solidFill>
            <a:srgbClr val="3F8F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29768" y="4325112"/>
            <a:ext cx="164592" cy="164592"/>
          </a:xfrm>
          <a:prstGeom prst="roundRect">
            <a:avLst/>
          </a:prstGeom>
          <a:solidFill>
            <a:srgbClr val="3F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65978" y="4415637"/>
            <a:ext cx="32918" cy="31273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98896" y="4367905"/>
            <a:ext cx="62545" cy="79005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5800" y="4251959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By her own account, prospects who sit down with her sign. The gap is volume, not closing.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28032" y="2011680"/>
            <a:ext cx="4041648" cy="67665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28032" y="2011680"/>
            <a:ext cx="36576" cy="67665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2130552"/>
            <a:ext cx="3675887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10912" y="2322576"/>
            <a:ext cx="3675887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28032" y="2871216"/>
            <a:ext cx="40416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COMPETITOR LANDSCAPE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28032" y="3127248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92624" y="3127248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Lawvex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8544" y="3127248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Paid LSAs + events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28431" y="3127248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Solvang + Santa Barbara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28032" y="3529584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92624" y="3529584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Ashley DeHahn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38544" y="3529584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Certified specialist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28431" y="3529584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Solvang estate planning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28032" y="3931920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92624" y="3931920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Halme &amp; Clark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38544" y="3931920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Established local firm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28431" y="3931920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Estate planning + more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28032" y="4334256"/>
            <a:ext cx="4041648" cy="356616"/>
          </a:xfrm>
          <a:prstGeom prst="rect">
            <a:avLst/>
          </a:prstGeom>
          <a:solidFill>
            <a:srgbClr val="FB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828032" y="4334256"/>
            <a:ext cx="36576" cy="35661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92624" y="4334256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B32D2D"/>
                </a:solidFill>
                <a:latin typeface="Poppins"/>
              </a:rPr>
              <a:t>Truce Resolutions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38544" y="4334256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B32D2D"/>
                </a:solidFill>
                <a:latin typeface="Poppins"/>
              </a:rPr>
              <a:t>Small review base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28431" y="4334256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← You are here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TRUCE RESOLUTIONS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$250K–$300K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12848" cy="228600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212848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84708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847088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B8CDDD"/>
                </a:solidFill>
                <a:latin typeface="Poppins"/>
              </a:rPr>
              <a:t>Lead generation, intake, team and profit have to work together; missing any one slows growth. When all four work, Tamara can finally step in and out of the firm on her own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56432"/>
            <a:ext cx="2212848" cy="1124712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21024"/>
            <a:ext cx="184708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43306"/>
                </a:solidFill>
                <a:latin typeface="Poppins"/>
              </a:rPr>
              <a:t>$250K–$300K revenue in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33087"/>
            <a:ext cx="18470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F470C"/>
                </a:solidFill>
                <a:latin typeface="Poppins"/>
              </a:rPr>
              <a:t>Step in and out while the firm keeps running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005840"/>
            <a:ext cx="2066543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Plan &amp;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Get Found Locally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0048" y="1865376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2093976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Switch Google profile category to Estate Planning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6352" y="265176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Ask happy clients for Google reviews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971800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6352" y="320040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Run small, self-managed Local Service 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16352" y="3749039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Write a plan that makes a small budget count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048" y="4078224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16352" y="4306824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Turn Google into a pipeline that runs without you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1005840"/>
            <a:ext cx="2066543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143306"/>
                </a:solidFill>
                <a:latin typeface="Poppin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Book More Consults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1865376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92624" y="2093976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8072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Add a clear Book a Consultation button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92624" y="265176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48072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Tune the site for faster mobile loading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2971800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92624" y="320040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48072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Follow up after every talk and workshop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92624" y="3749039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8072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Hand client follow-up to your helper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078224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92624" y="4306824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8072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Get booked while you're out presenting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22592" y="1005840"/>
            <a:ext cx="2066543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87183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7183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7183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22592" y="1865376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68896" y="2093976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24344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Define roles for your next hires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22592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68896" y="265176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24344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Map which tasks to hand off first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22592" y="2971800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68896" y="320040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24344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Set a monthly marketing budget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22592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8896" y="3749039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24344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Track cost per new client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22592" y="4078224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68896" y="4306824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24344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Step in for big meetings, step out of the rest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TRUCE RESOLUTIONS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4300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COACH ESSENTIALS 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33502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$2,497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53619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3619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78308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Group coaching · Monthly 1:1 call · Written growth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246120"/>
            <a:ext cx="15544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429000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$2,497 /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493008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Sold standalone: no bundle discount applies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4" y="138531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More clients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5584" y="138531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Written plan for your town: GBP, reviews, LSAs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01184" y="193395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Small ad budget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584" y="193395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Priorities for first dollars; track each result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01184" y="248259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Step in and 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48259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Coaching to sequence first hires and hand-offs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407408"/>
            <a:ext cx="7863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"I step in for the presentations and the meetings that matter, and the firm handles everything else, in the community I love."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
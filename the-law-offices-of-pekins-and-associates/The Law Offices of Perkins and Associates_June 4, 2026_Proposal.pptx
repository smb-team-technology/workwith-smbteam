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LAW OFFICES OF PERKINS AND ASSOCIATES, PLLC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Law Offices of Perkins and Associates, PLLC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SSL expired · no ads</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Solo · no intake staff</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No team · solo structure</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IN PROGRESS</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profitability data</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Expired SSL warns every visitor away before they see the firm's name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Zero paid ads — invisible to thousands searching in Houston daily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30 reviews vs. 1,364+ competitors — absent from every local 3-pack</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5.0 Google stars, 29 years, powerful Queen of Justice brand identity</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 Solo Practitioner  →  Goal: Stage 5, Law Firm CEO</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The Gonzalez Law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1,364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PI · crim def · estate · all channels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Scheiner Law Group</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114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criminal defense · LSA + Google Ads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WestLoop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Active</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1 mile away · PI ads in South Loop</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Law Offices of Perkins and Associates, PLLC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30 reviews (5.0 ★)</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LAW OFFICES OF PERKINS AND ASSOCIATES, PLLC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$1M in Revenue</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When Marketing, Intake, Team, and Profit all work together, growth becomes predictable — not dependent on referrals or your personal presence in every seat. When all four pillars are in place, Trina can step back and let the firm carry her mission forward at scale.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$500K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practice that serves the community — and runs without you in every chair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Rebuild website — SSL fixed, mobile-ready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Google Ads for PI and expungement</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Enroll in LSA — appear above all results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Drive review growth toward 3-pack threshold</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Meta retargeting for PI and criminal leads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Build intake process — no lead falls through</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Add after-hours coverage for PI calls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5-minute web lead response — every inquiry</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Intake scripts that retain, not just log</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and qualify every inbound call</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Hire first intake coordinator — create leverage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FCOO maps operations — attorney steps back</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AI handles routine intake and follow-up</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Profit by practice area — focus what earns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Know what you earn and keep each month</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LAW OFFICES OF PERKINS AND ASSOCIATES, PLLC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rebuild · Google Ads · LSA · Meta · Local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FCOO ADVISOR + FRACTIONAL CTO — LEVEL 1</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$6,594</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$7,594/mo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Fractional COO · Group coaching · AI Skills · CTO sessions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$11,441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$1,850/mo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$6,000–$10,000/mo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$8,000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(1–2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~$12,000 revenue · 2.0×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(3–4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~$24,000 revenue · 2.4×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 LSA campaigns go live</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rebuild begins · SSL restored</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FCOO + CTO Foundation Sprint kickoff</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Review request system launched</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NAP cleanup done · GBP optimized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"Twenty-nine years of earned trust and a 5.0-star reputation are sitting behind a broken website — the systems to unlock that legacy can be in place within 90 days."</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
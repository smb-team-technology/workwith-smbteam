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LAW OFFICES OF PEKINS AND ASSOCIATES,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The Law Offices of Pekins and Associates, PLLC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SSL expired, no ads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intake staff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Solo; no delegation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profit 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Expired SSL warns visitors away before they read a word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Zero paid ads — invisible to every prospect searching now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30 Google reviews vs. 1,364 for The Gonzalez Law Group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5.0-star Google rating — the quality reputation is real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The Gonzalez Law Group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1,364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PI · criminal · estate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Scheiner Law Group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114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Board-certified criminal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WestLoop Law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100+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PI · same South Loop block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The Law Offices of Pekins and Associates, PLLC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30 reviews · 5.0 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LAW OFFICES OF PEKINS AND ASSOCIATES,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Build a $1M+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— all four must work together. When they do, Attorney Perkins-Mouton can finally serve more of Houston without carrying every part of the firm on her own.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~$500K → $1M+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Serve your community — and get your life 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Rebuild site: SSL, mobile design, CTAs on every page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 pipeline that runs without you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LSA — appear above every competitor on page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review velocity to reach 3-pack threshold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Target expungement niche — 29 years is your moat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intake process with scripts and CRM tracking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after-hours coverage — stop losing after-5pm leads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Create follow-up sequences for hesitant prospects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every lead source to measure what converts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Every new client finds a system, not just the attorney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and train intake coordinator as first team member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Document processes so cases run without the attorney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profit by case type — know your most valuable work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financial forecast to plan growth confidently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the firm that carries your mission forward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LAW OFFICES OF PEKINS AND ASSOCIATES,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rebuild · Google Ads · LSA · Meta · Local SEO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Intake build · Profit planning ·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$6,000–$10,000/mo paid directly to Google/LSA/Meta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$8,000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(1–2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~$12,000 revenue · 2.0×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(3–4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~$24,000 revenue · 2.4×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+ LSA for PI &amp; criminal defense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rebuild begins: SSL + practice area pages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review-request system (24-hr text after close)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kickoff: baselines, intake map, first hire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NAP cleanup + GBP optimization across all directories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"I want the firm to carry the work forward — with the same values, the same care, and without me needing to be there for every single case."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
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MANDALL IMMIGRATION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Mandall Immigration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Swings $37K-$111K/wk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 does own admin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delegation exists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reinvest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One ad account swings $37K to $111K weekly with zero reporting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75-90 day file delays drag cash flow and delay retainer payments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Owner still personally handles payment collection and file opening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Scaled to a ~$2M revenue run rate in under two years on drive alone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Green &amp; Spiegel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1,182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40+ yrs · dominant organic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Matkowsky Immigration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846+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Google + Microsoft remarketing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Kingwell Immigration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390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5.0★ · appeals specialist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Mandall Immigration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Unconfirmed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MANDALL IMMIGRATION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$500K/Month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 generation, intake, team, and profit — have to work together. When they do, Austin can finally step back from admin work and travel while the firm keeps growing toward his $100M vision.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$2M/yr → $6M/yr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from admin — and finally travel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Google Ads with full performance reporting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Ads into a pipeline you can see, not guess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Relaunch Meta retargeting — warm leads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Start a review-generation program at every case close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Expand geo landing pages beyond Toronto &amp; Ottawa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Cut file completion from 90 days to 2-3 weeks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Replace Apple Notes with real lead tracking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Speed up second retainer collection at submission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live chat to capture visitors who won't call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defined follow-up sequence for every lead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payment collection off Austin's desk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delegation plan for file opening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real accountability for underperforming staff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55-60% margins into a reinvestment plan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Give Austin a real day off without the firm stalling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MANDALL IMMIGRATION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DOMINATE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$10,497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$12,497/mo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Meta Retargeting · Website/SEO ·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Delegation playbook · Mastermind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$13,697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$2,297/mo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$4,200–$56,000/mo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$4,500 (est.)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(6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$27,000 revenue · 6.4×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(93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$418,500 revenue · 7.5×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rebuilt, fully reported Google Ads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Relaunch Meta retargeting, warm leads only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Confirm PageSpeed/GBP data, start review program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— build the delegation plan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Real lead tracking system live, replacing Apple Notes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"Step back from the admin, and let this firm finally fund the life I built it for."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
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MIRABELLA &amp; FRANZI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Mirabella &amp; Franzi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“We just do it by way of referrals from other kinds of transactions, but we don't solicit that business.”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“There was a significant portion of the practice that grew exponentially during COVID, which doesn't exist anymore”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“We do a significant amount of real estate, but the legal fees on those transactions are much smaller.”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Estate planning relies on referrals, so new clients can't find the firm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form above the fold, so visitors who won't call have no easy way in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revenue or profit targets, so the 25% growth goal has no plan behind 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MIRABELLA &amp; FRANZI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$1.25M a Year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Launch Google Ads for estate planning in Nassau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local service ads and Facebook retargeting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estate and probate pages that answer questions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Fix directory names so the firm shows up cleanly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Become the Garden City name in estate planning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 consultation form above the fold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same-day reply for every new inquiry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Staff handle first-pass intake, attorneys review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every inquiry back to its source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Grow at the pace you set, reputation intact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revenue and profit targets for the 25% goal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cost per new client before raising spend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Plan hiring around steady demand, not guesses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personal injury when the team is ready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toward leading your industry on your terms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MIRABELLA &amp; FRANZI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FULL SERVICE MARKETING — ESSENTIALS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$3,797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1174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1461" y="1519428"/>
            <a:ext cx="1933067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No bundle discount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Website · Google Ads · LSA · Meta Ads · GBP &amp; directories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$3,797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8891" y="3460051"/>
            <a:ext cx="22756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Stand-alone price, no bundle savings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$7,500/mo — to win high-intent estate planning searches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$4,500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Conservative  (9 cases/mo):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$40,900 revenue · 5.5× 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(11 cases/mo):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$49,100 revenue · 6.5× ROAS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Referrals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Ads, LSA and local SEO bring in new clients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Slower growth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Estate planning first; PI added later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Website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WordPress site; firm holds the admin login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"I'd like to become a leader in the industry."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
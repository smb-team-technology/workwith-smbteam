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OEB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OEB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Invisible in 3-pack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Video greeting off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Tim hard to reach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local 3-pack/organic for every core PI search in Knoxville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revenue, case value, or close-rate data — profitability unknown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Tim remains the bottleneck — hard to reach between court commitments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~105 reviews at 4.5 stars — already ahead of Hodges, Doughty &amp; Carson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Garza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1,418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Tops all 3 core PI searches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NST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126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30+ attorneys, outranks OEB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Hodges, Doughty &amp; Carson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Fewer reviews, still outranks OEB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OEB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~105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OEB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Firm That Runs Without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together. Missing any one means growth stalls regardless of ad spend. When all four work, Tim can finally step back and trust the firm runs without him.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Referrals Only → Predictable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Tim steps back and trusts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local SEO to win the 3-pack again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on core PI searches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Local Service Ads (pay-per-lead)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itself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city pages for Maryville, Oak Ridge, Sevierville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the Intaker video greeting back 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contact form above the fold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so no lead goes cold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leads already generated, no new ad spend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Start Elite Coach Plus for Tim and DJ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leadership layer below Tim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value and close rate for the first time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 spend into a measurable investment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Tim to be in court without the firm stalling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OEB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 SEO · Google Ads · LSA · Meta Ads · Website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~$16,800 revenue · ~2.2×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(8–9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~$59,000 revenue · ~2.4×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Ads, LSA, and Meta retargeting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on Intaker video greeting; fix contact form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Local SEO rebuild begins; GBP optimization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for Tim and DJ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Baseline case value &amp; close-rate tracking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"The OEB name already means something in Knoxville. It's time our systems matched it."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
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DURAK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Durak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anywhere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intake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team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competitors are winning these searches 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intake: every new client adds to the attorney's load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mismatch on Avvo is suppressing local SEO rankings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 Google rating — 36 reviews and a strong foundation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Jonathan Turner, Atty.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Avvo 10.0 · criminal defense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Rogers, Shea &amp; Spanos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30+ yr firm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Super Lawyers · family law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Freeman &amp; Fuson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~8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Dedicated DUI domain · Franklin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Durak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36 reviews · 5.0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DURAK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Firm That Runs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The four pillars — Lead Generation, Intake, Team, and Profit Plan — must all work together. When they do, Michal can step back from the day-to-day and let the firm generate income without requiring him at every step.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Stage 3 Solo → Stage 6 Law Firm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—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LSA — pay per lead, not per click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on Avvo to restore local SEO 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for website visitors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velocity to close the Turner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capture so no call goes unanswered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3-touch follow-up: undecided leads stay yours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intake off the attorney's plate entirely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First-to-respond protocol — first contact wins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tracking: zero leads fall through cracks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hire roadmap: define the role before posting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P&amp;L by practice area — know what earns most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delegation structure the firm can hire into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Profit plan: know what you keep, not just revenue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Ops infrastructure that scales beyond a solo firm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DURAK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Meta Ads · website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Group coaching · masterminds · workshops · intake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$4,500–$5,000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(7–8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~$37,500 revenue · ~6.8×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~$81,000 revenue · ~5.8×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go live — family law + defense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activated + Google Screened started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corrected across all major directories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intake + accountability built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velocity + ad performance optimization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leads come in. The clients sign. And you find out at the end of the month — because nobody needed to call you."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
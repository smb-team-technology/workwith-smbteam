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PILKINGTON IMMIGRATION</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Pilkington Immigration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Calibri"/>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Ads broken, neg. ROI</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RED</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intake team</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Owner still day-to-day</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Revenue flat 2 yrs</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Google Ads: $10K/mo at sub-0.5:1 ROI — firm is losing money on its primary paid channel</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No intake team — close rate varies by attorney with no defined process or tracking</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Top competitors: 311–356 reviews at 4.8–4.9 stars vs. Pilkington's 190 reviews at 4.0 stars</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Strong organic base — 55 geo-targeted microsites and active blog content since 2014</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Matthew Jeffery Law Firm</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356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4.8 ★ · Tier 1 Toronto</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Chaudhary Law Office</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311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4.9 ★ · Ontario/Guelph</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AKM Law</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100–250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4.5+ ★ · Guelph/Kitchener</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Pilkington Immigration</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~190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PILKINGTON IMMIGRATION</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$500K/Month</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SMB Team's four-pillar model — Marketing, Intake, Team, and Profit — works as a system where every pillar reinforces the others. When all four work together, Andrew can step into the CEO role he has been building toward and trust the firm grows without him in every room.</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$3M → $6M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Step away — and trust the firm runs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Rebuild Google Ads — stop the $5K/mo loss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Turn Google into a client pipeline that runs</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Launch LSA: pay-per-lead above all results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Open 8 Ontario expansion markets via Meta</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Raise review rating to 4.5+ across 45 GBPs</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Build a dedicated intake team for all offices</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Standardize the consultation-to-case process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Track and improve close rates across attorneys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Add after-hours coverage for U.S. time zones</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Convert more of the leads already coming in</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a management layer Andrew steps back from</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Integrate Orlando acquisition into one system</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profitability by practice area</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Create a CEO transition roadmap with milestones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Build the firm that runs while you lead it</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PILKINGTON IMMIGRATION</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PLATINUM</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$15,997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$18,997/mo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Ads rebuild · LSA · Meta · Website · SEO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MASTER'S CIRCLE + FCOO DIRECTOR</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$8,394</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$10,794/mo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Fractional COO · Master's Circle · Weekly coaching</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$24,391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$5,400/mo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$10,000–$50,000/mo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$4,500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(15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$67,500 revenue · 6.8×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(90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$405,000 revenue · 8.1×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Ads account rebuild launches</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LSA (Google Screened) goes live</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Meta retargeting campaigns launch</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Review generation program starts</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CEO transition coaching kickoff set</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"I built this firm — now I want it to run without me."</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Jonathan Farace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
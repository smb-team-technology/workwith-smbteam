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Krause Law,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Zero paid ads 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AI intake automation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Benjamin is the ceiling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CAUTION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CPA tracking in 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advertising — CCK Law &amp; Berry Law capture every veteran ready to hire right 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DisabledVeterans.org has no tracked bridge to law firm intake — the most powerful asset generates no measurable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AI intake automation — veterans who don't hear back within the hour call a competitor before morning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2,000+ articles, national media, VA-accredited credentials — a decade of authority competitors cannot replicate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CCK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512+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$1B+ recovered · 91% CAVC wins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Berry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paid ads only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$300M+ backpay · all 50 states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Woods &amp; Woods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active 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National paid ads · VA keywords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Krause Law,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$1.5M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SMB Team model aligns four pillars — Lead Generation, Intake, Self-Managing Team, and Profit Plan — so every part of the firm works together. When all four pillars run, Benjamin can focus on the veterans who need him most and step away from everything else.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$750K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the most trusted veterans law brand — and let the firm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paid ads into a 24/7 veteran consultation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Screened LSA — above CCK Law in every vet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Bridge DisabledVeterans.org traffic into the intake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converts the audience Benjamin already built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Branded keyword protection stops competitors poaching his name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instant response to every case evaluation — same minute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24/7 intake coverage across all time zones, no staff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Automated follow-up nurtures leads who aren't ready day 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Calendar booking from inquiry to consultation in one click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Veterans feel heard immediately — before any competitor calls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Accelerator L1 — Fractional CTO builds AI workflows 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case research and client updates with AI tools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cost-per-acquisition before the first ad dollar ships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Avatar runs the content pipeline while Benjamin leads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Benjamin from every case — firm runs without him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KRAUSE LAW,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SEO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1:1 coaching · KPI framework · Stage 4→6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$12,694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$2,247/mo by bundling all four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$5,000–$9,000/mo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$21,000 revenue · 4.2×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$49,000 revenue · 5.4×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website build begins — VA appeals consultation capture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Screened LSA application submitted — pay-per-lead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launch — VA disability + VR&amp;E ad groups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Accelerator L1 — intake AI and case research workflows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AI Avatar — first 30 short-form videos published &amp;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"Benjamin has built the credibility — now it is time to build the engine that converts it into the practice he has earned."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
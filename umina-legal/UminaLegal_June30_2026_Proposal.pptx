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UMINA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Umina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Single paid channel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Attorney handles all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delegation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P&amp;L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handled personally — structural burnout risk before $2M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$100K/month with no bookkeeping, CRM, or P&amp;L visibility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Slavey &amp; Shumaker: 101 reviews vs. Umina's 0 — gap grows monthly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Self-managed Google Ads already drives $100K/mo — proven demand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Slavey &amp; Shumaker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101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 stars · anchors local 3-pack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Moore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~40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 stars · AV Preeminent rated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Mountaineer Criminal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4.1 stars · crim-def domain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Umina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visible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UMINA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builds four pillars together: Lead Generation, Intake, Team, and Profit. Most firms work one at a time — and stall. When all four are working, Ryan can scale past $2M without adding a single hour to his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$1.2M → $2M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Scale to $2M — work 30 hours a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trained intake coordinator — free Ryan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Cover every call — court days, nights, weekends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Practice Panther — clean lead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intake script tied to Ryan's quality 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close rate — stop guessing on ad ROI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Operations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ops — Ryan focuses on cases, not 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every team role with clear accountability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ops rhythm Ryan can step back from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process docs the next hire steps into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builds the firm that runs without you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Financial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Clarity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Bookkeeping from day 1 — no guessing margins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Monthly P&amp;L — know what the firm actually keeps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cost-per-acquisition on every ad dollar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Financial model for the path to $2M — data-based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FCFO turns profit from guess to engineered plan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UMINA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F766E"/>
                </a:solidFill>
                <a:latin typeface="Calibri"/>
              </a:rPr>
              <a:t>FRACTIONAL COO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$1,297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Ops advisory · Intake framework · Team structure · Coaching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FRACTIONAL CFO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Financial advisory · Bookkeeping oversight · P&amp;L · Coaching included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$2,594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$1,000/mo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Advisory: $7,500–$25,000/mo self-managed ad spend paid directly to Google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~$7,000 (practice area 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~$17,500 revenue · ~2x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(9–10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~$63,000 revenue · ~2.5x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+ FCFO engagements begin — ops audit starts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coordinator job description delivered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Bookkeeping vendor engaged — P&amp;L baseline set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coordinator hiring process begins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Coordinator trained; first monthly P&amp;L delivered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“Scale to $2M — work 30 hours a week — without the burnout that came before. That is the firm we are building.”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
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Umina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One paid channel, no backup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Ryan handles every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2-person, no delegation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books or CRM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Ryan personally handles every intake call — the structural bottleneck that causes burnout before the firm ever reaches $2M.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Slavey &amp; Shumaker dominates with 101 Google reviews at 4.8 stars while Umina Legal's reviews page is completely empty.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Google Ads at $3K/month is the only lead source — three satellite offices generate zero paid leads today.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$100K/month revenue with Super Lawyers recognition — a strong foundation the right systems can scale to $2M.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5, Law Firm CEO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Slavey &amp; Shumaker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101 reviews, 4.8 stars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3-pack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Moore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~40 reviews, 4.7 stars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AV Preeminent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Mountaineer Criminal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 reviews, 4.1 stars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Criminal-only domain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Umina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confirmed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four pillars together — marketing infrastructure, intake systems, a self-managing team, and financial clarity. Each pillar reinforces the others. When Ryan has all four in place, the 30-hour week he described stops being a goal and becomes the natural output of a firm built the right 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$1.2M → $2M annual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Shift from operator to owner — 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multi-city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to rank above every paid 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reviews to close gap on Slavey &amp; Shumaker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to Parkersburg, Charleston, Waynesburg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website for mobile speed and leads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— Ryan exits the phones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Script the call to lift the 15% close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Clean-slate Practice Panther for lead tracking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lead-to-case rate by channel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coverage so no lead waits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assistant role with clear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Engage bookkeeping — know what the firm keeps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hiring plan for the intake coordinator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monthly P&amp;L and KPI visibility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operations so Ryan focuses on cases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UMINA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$8,397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$9,997/mo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Website rebuild · Review gen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Criminal defense mastermind · 90-day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$5,000–$7,500 (criminal defense 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(7–9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~$40,000 revenue · ~5×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(16–20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~$135,000 revenue · ~9×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Expanded Google Ads + satellite campaigns launched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begins + review gen workflows active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Practice Panther clean-slate rebuild initiated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 + intake delegation plan built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filed + 10+ new Google reviews targeted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shift from operator to owner — the firm needs to run without me at the center of everything."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
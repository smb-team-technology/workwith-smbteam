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BRADLEY LAW FIRM,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The Bradley Law Firm, PLLC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ads running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AI calls captured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2-person team, gaps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IN 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Revenue not tracked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paid ads — every online estate planning prospect goes to a competitor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3.9 stars vs. Burdette's 4.6/5.0 — clients choose the higher-rated firm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Solo atty + part-time paralegal with quality issues — can't grow without growing hours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136 Google reviews — highest verified count among all local competitors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Burdette Law Firm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41 reviews · 4.6 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 at Germantown loc.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Snider &amp; Horner, PLLC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38 reviews · 3.7 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Geo landing pages built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Patterson Bray PLLC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AV Preeminent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 Super Lawyers attys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The Bradley Law Firm, PLLC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136 reviews · 3.9 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BRADLEY LAW FIRM,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Build a Self-Running 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Lead Generation, Intake, Team, and Profit must all work together. Fix one without the others and growth stalls. When all four work for Anthony, he earns more by working smarter — not just by working more.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Work smarter, not harder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Earn more without more hours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24/7 client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LSA: pay only when a real prospect calls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geo pages Snider &amp; Horner already has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issues suppressing map pack rank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Retargeting: every site visitor sees you again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VA/elder law document follow-up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signing logistics for non-local clients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Define follow-up for leads who don't sign same 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Reduce cycle time — more closings per month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Convert more of the leads you already generate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a full-time client services coordinator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Eliminate duplicate entry between case systems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revenue and profit by practice area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SOPs Anthony can delegate and trust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Know your numbers — earn and keep more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THE BRADLEY LAW FIRM,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Meta Ads · Local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Practice masterminds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$3,500–$14,000/mo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~$3,500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(2–3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~$10,500 revenue  ·  ~3×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(14–16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~$56,000 revenue  ·  ~4×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Ads &amp; LSA campaigns go 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— Germantown landing pages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audit — fix phone/address inconsistencies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— set targets &amp; intake design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PracticePanther/WealthCounsel workflow audit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“Earn more this year than last — not by raising prices, not by working more, but by finally having a firm that works as hard as you do.”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
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FLORIDA LAW ADVISORS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Florida Law Advisors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— any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Six-field form loses leads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management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unconfirmed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Absent from paid search, LSA, and 3-pack across every Tampa practice area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NAP inconsistency (Advisers/Advisors) suppresses local SEO for all 3 offices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Six-field form and no live chat create abandonment before prospects contact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4.9-star rating, 147 Trustpilot reviews, A+ BBB — strong trust foundation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All Family Law Group, P.A.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155 Google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3-pack + ads + LSA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Gina Rosato Law Firm PA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798 WalletHub ratings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Tampa bankruptcy dominant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Maney | Gordon | Zeller PA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40+ yrs, Board-Cert.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Top immigration Tampa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Florida Law Advisors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~100 Google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FLORIDA LAW ADVISORS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Scale All 3 Offices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together. When they do, your firm generates cases, converts them, and runs profitably — without requiring you to be in every room.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Stage 4 → Stage 6 Law Firm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Build the firm that runs without 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client pipeline that runs without 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LSA: top-of-page leads, pay-per-call, starting 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Spanish ads — lower CPL, less competition, high close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review gap: 30+ new Google reviews in 60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inconsistency — unlock 3-pack for all 3 offices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6-field form with name + phone above the 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15-min response standard across all 3 offices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Centralize lead routing — no inquiry falls through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eBook signups into a nurtured lead sequence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intake that converts leads without your help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Org chart + KPIs: 3 offices run without daily input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 by case type — know what actually pays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Quarterly planning cadence replaces reactive managing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Phase 2: Fractional COO added as case volume scales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firm with real value — not just a practice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FLORIDA LAW ADVISORS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· GBP · 3 locations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KPIs ·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$3,000–$5,000/mo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$3,000–$5,000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(1–2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$3,500–$7,000 revenue · ~2×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(2–4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$7,000–$14,000 revenue · ~3×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campaigns submitted for launch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CTAs simplified, location pages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review requests sent to all 3 locations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protocol deployed across all 3 offices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30+ new reviews · 3-pack eligibility reviewed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"Three offices. Five attorneys. The infrastructure is already built — now let's put the system in place that lets it generate revenue, convert clients, and grow without requiring you to run every piece of it."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
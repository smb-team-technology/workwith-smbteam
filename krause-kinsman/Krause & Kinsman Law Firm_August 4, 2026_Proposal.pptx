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&amp; KINSMAN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Krause &amp; Kinsman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IUL presence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Slow status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Bandwidth-limited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case-value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100,000+ existing clients get no automated status updates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social presence while 2 named rivals build IUL case volume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landing page or intake path exists yet for the new IUL vertical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Reputation already leads local rivals — 4.7★, 400-700+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5: Law Firm CEO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RP Legal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400+ IUL cases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national IUL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Stoltmann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Active in IUL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content-first rival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Peterson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126-324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local mass tort rival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Krause &amp; Kinsman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400-700+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Reviews strong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&amp; KINSMAN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100 IUL Cases in 60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Robert and Adam can grow into new cases without losing your time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0 → 100 IUL cases (first 60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Grow into IUL — without losing your time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paid + organic social for IUL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Produce AI-avatar videos, no filming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IUL/MLM fraud search + social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content library rivals can't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social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an IUL landing page + intake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status updates for 100K+ clients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Cut inbound calls with proactive video updates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Route new IUL leads into an intake flow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the team from status-call volume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on the 100-case goal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profit benchmark before scaling spend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dedicated owner for IUL content 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Scale IUL cases without new partner hours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system Robert &amp; Adam can trust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&amp; KINSMAN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OMNISOCIAL AI 360 (CONTENT + ADS)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$5,444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$5,794/mo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Paid + organic social · IUL content funnel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AI AVATAR VIDEO GROWTH ADD-ON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$1,950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$1,950/mo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Avatar video production · client status updates · scripts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$7,394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$350/mo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$25,000–$50,000/mo paid directly to Meta/social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Not stated — confirm w/ firm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($25K/mo spend):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~50 cases/mo target; value TBD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($50K/mo spend):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~50 cases/mo target; value TBD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IUL landing page + intake 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paid + organic social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Ship first AI-avatar videos + update template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automated updates to mass tort clients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60-day case count vs. cost-per-case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"We built this firm without having to be everywhere ourselves — the IUL vertical shouldn't be any different."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
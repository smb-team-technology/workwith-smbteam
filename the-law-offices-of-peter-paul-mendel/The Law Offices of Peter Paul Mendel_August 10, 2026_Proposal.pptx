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PETER PAUL MENDEL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Law Offices of Peter Paul Mendel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screening 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Solo, zero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$500K AR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$500K in uncollected fees nearly ended his last practice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 conflicting addresses &amp; phone numbers across directories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staff — Peter personally handles every case and dollar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 real, working referral landing page already exists (subdomain)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Paul J. Carter, APC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5.0 peer rating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zip code · Long Beach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Gayle Eskridge / ELM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Active Yelp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2026 Avvo Client's Choice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ROSS Mediation Svcs.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2,800+ mediations since '93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Law Offices of Peter Paul Mendel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Unconfirmed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PETER PAUL MENDEL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$40,000/Month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must work together. Before any paid marketing, Peter's priority is building the referral, intake, and collections systems so he can finally build a fifty-mediator platform without risking another dollar of uncollected fees.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$3.5K → $40K/month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platform of mediators, never chasing unpaid bills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Referral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Standardize address &amp; phone across directories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Update Avvo/FindLaw off old practice areas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referral-partner outreach cadence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geo pages once volume can support them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Position for pay-per-case ads later, not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Filter Looky-Loos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mediation-specific qualifying script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Screen for multi-party buy-in before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referrals into scheduled mediations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Reduce time wasted on one-sided callers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up hours for real case 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first support role for billing/admin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AI billing/AR tools before scaling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mediation revenue separate from legacy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hiring roadmap toward more mediators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against another $500K AR loss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PETER PAUL MENDEL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Referral systems · Intake filter · AR/billing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$2,600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vs. stand-alone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No ad spend this round — revisited once referral/intake systems are proven and a pay-per-signed-case vendor is identified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~$3,000 (est., mediation)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This round: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No ad spend recommended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Future phase: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Modeled once a vendor is chosen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— map referral network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Draft mediation intake qualification 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AI billing/AR/follow-up tooling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Clean up NAP across all directories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first hire; explore ad vendors later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"Fifty mediators, all paid upfront — and I never have to chase another dollar again."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
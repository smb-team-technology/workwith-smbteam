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LONE STAR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Lone Star Legal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paid ads active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After-hours gap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Team underutilized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profit clarity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paid ads on any channel — competitors capture all Georgetown PI digital traffic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Absent from local 3-pack — NAP inconsistency and review gap actively suppressing rankings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Office closes at 5 PM — no after-hours intake for accident victims calling nights and weekends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Board Certified PI attorney + 9-person team + Georgetown office — strongest local credentials in the market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Angel Reyes &amp; Associates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790+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5.0★ · Georgetown page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Carlson Law Firm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408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4.8★ · 8 mi away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Von Flatern Law Firm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142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· Bd Cert. PI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Lone Star Legal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Not confirmed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LONE STAR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$95,000/Month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work as a system. Fix one without the others and growth stalls. When all four run together, Robbye can step away and trust the firm generates cases, converts them, and keeps what it earns — without her in every decision.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$570K → $1.14M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A firm that runs itself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for Georgetown PI terms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Activate Local Service Ads (Google Screened)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inconsistency across all directories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Optimize GBP to win the local 3-pack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review velocity — close the gap with Angel Reyes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answering — cases happen at night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contact form above the fold on homepage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follow-up sequence for every lead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intake conversion rate — know what's leaking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Convert more leads already in the pipeline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Weekly KPI reviews with the 9-person team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role clarity and performance metrics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profitability by case type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Set monthly case and revenue targets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accountability that runs without Robbye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LONE STAR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LSA · Meta Ads · GBP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PI mastermind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$10,000–$25,000/mo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$7,500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$22,500 revenue · 2.3×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(11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$82,500 revenue · 3.3×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Ads strategy kickoff and account setup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and LSA campaigns go live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optimized; directory listings corrected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Review generation process launched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Local 3-pack rankings improving; ROI review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“A year from now, Lone Star Legal is the firm Georgetown accident victims find first — and Robbye knows exactly how many cases are coming before the month starts.”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
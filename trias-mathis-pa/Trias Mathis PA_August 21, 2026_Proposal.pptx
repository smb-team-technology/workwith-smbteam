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TRIAS MATHIS 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Trias Mathis PA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0% digital presence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defined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Owner-run decisions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cost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Zero digital presence across all 5 practice areas in Fort Myers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Conflicting directories (Avvo, FindLaw, BBB) dilute local authority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$17K-$19K/mo spent with no cost-per-case tracking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19-city landing page infrastructure already built and ready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Viles &amp; Beckman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761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40+ yrs · PI/WC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The Dellutri Law Group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740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Ft. Myers brand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Farah &amp; Farah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578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Statewide · PPC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Trias Mathis PA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Unverified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TRIAS MATHIS 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$2.5M/Year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— marketing, intake, team, and profit — must work together, or growth stalls no matter the ad spend. When all four work, Larry can finally build a firm that grows on his own terms, not a referral partner's.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$1M → $2.5M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Growth you control, not favors you depend 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Google Ads &amp; LSA for all 5 practice areas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pipeline that runs without referral favors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directory listings diluting Fort Myers authority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Spanish campaigns for an untapped market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video content, confirm site speed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Define an intake process for all 4 offices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after-hours coverage — leads can't wait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every lead from click to signed case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Protect new ad spend from silent lead leaks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Keep the Free Case Evaluation form converting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Start Elite Coach Plus for delegation &amp; accountability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Free Larry from vetting every new vendor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cost-per-case across all 5 practice areas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Know which practice area is worth growing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revenue growth into real take-home profit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TRIAS MATHIS 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$7,497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Website · SEO · Google Ads · LSA · Social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group coaching · masterminds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$10,697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Save $1,797/mo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Recommended ad spend: $10,000–$50,000/mo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$10,000+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 (3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$30,000 revenue · 3.0×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 (17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$170,000 revenue · 3.4×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Google Ads &amp; LSA campaigns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directory &amp; NAP listings across offices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Reinforce website — video, confirm page speed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Kick off Elite Coach Plus coaching sessions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Cost-per-case tracking live firm-wide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"I want a firm that future-proofs itself — one I control, not one I depend on referral partners for."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
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THE FOWLES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The Fowles Law Firm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~4% local share of voice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Iris covers intake 24/7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1-week vacation test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profit target 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Two named competitors hold ~100% and ~87% of local map-pack visibility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Iris runs intake solo, 24/7, with no after-hours backup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Firm can't run more than ~1 week without Justin — no hiring process or KPIs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Iris's ~30-32% close rate shows real strength once a lead reaches her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Doug Atkinson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~100% map-pack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Dominates local 3-pack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Brian Foley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100+ (self-reported)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Former Chief Prosecutor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13248" y="3264408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003A59"/>
                </a:solidFill>
                <a:latin typeface="Poppins"/>
              </a:rPr>
              <a:t>The Fowles Law Firm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0336" y="3264408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Unverified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93024" y="3282696"/>
            <a:ext cx="8229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Recommend live check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THE FOWLES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$1M in 3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leads, intake, team, and profit — have to work together. When they do, Justin can finally step back and trust the firm runs without him.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$550K → $1M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Step back to part-time, be there for his kids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LSA — zero paid leads today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PPC for DWI, drug, DV terms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Close map-pack gap vs. Doug Atkinson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Google into a pipeline that runs itself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reviews to match Brian Foley Law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after-hours coverage — stop lost calls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buried contact form on website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Resolve 2.5-month Lawmatics CRM lockout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Give Iris real backup, not just backup hours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Justin from personally checking intake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Document hiring criteria for attorney #2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Set KPIs so growth doesn't ride on Justin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profit plan, not just revenue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the $1M goal into real take-home pay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Create leadership beyond Iris alone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THE FOWLES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LSA · Google PPC · Local SEO · Website Conversion Fixes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· Masterminds · Annual Workshop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$7,597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$1,597/mo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$7,500–$11,700/mo paid directly to Google/LSA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(7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$35,000 revenue · 4.7×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(16-17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$82,500 revenue · 7.1×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Kickoff call — align on LSA + PPC plan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LSA live for DWI, drug, DV terms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contact form + city-page overlap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Elite Coach sessions begin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PPC live, review-generation running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"I want this firm to run without me — so I can be there for my kids, not stuck at a desk."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
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RIVERA LAW</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Rivera Law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7</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RED</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0 of 9 local searches</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RED</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5 of 20-30 convert</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Owner is bottleneck</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Revenue swings 2x</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Losing 75-83% of paid leads with no trained intake process</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Invisible in all 9 local searches across 3 practice areas</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Revenue swings $50K-$100K/mo with no predictability</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A corroborated 4.7-star rating is already earned — visibility is the missing piece</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Sterling Lawyers, LLC</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7,000+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Family law leader</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Francis Law Center</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186+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Immigration leader</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Gardi Haught Fischer</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7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Same 3 practice areas</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Rivera Law</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4.7★ rating</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RIVERA LAW</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$1M/Year</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All four pillars — marketing, intake, team, and profit — have to work together, or growth stalls no matter how much you spend on ads. When all four work, Jesus can finally step back from being the "Chief Everything Officer" and build a firm his daughter can inherit.</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$1M → $2M-$3M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Build a legacy his daughter can inherit</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Launch Google Ads across all 3 practice areas</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Add Local Service Ads for pay-per-lead visibility</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Fix NAP across Avvo, Justia, and FindLaw listings</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Build a Spanish-language campaign for bilingual clients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Turn Google into leads that don't need you</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Add a trained intake process, not you</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Build a website contact form that converts 24/7</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Create a follow-up sequence for leads who don't sign</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Track why 15-25 of 20-30 inquiries don't convert</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Stop personally vetting every single lead</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Build a management layer between you and staff</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Create delegation so no single hire can break you</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Track monthly revenue to end the guesswork</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Plan for profit — not just chase revenue</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Step back and let the firm run itself</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RIVERA LAW</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$4,997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Website · Local SEO · Google Ads · LSA · Meta Ads</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group coaching · Intake framework ·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$8,197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$997/mo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$14,000–$18,000/mo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$4,575</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(14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$64,050 revenue · 4.6×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(22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$100,650 revenue · 5.6×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Launch Google Ads &amp; LSA across all 3 areas</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Website contact form and attorney bio live</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NAP cleanup across all directories complete</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Elite Coach Plus kickoff — intake process design</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Follow-up sequence live, first ROI data reviewed</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"I want to build something my daughter can inherit — not just a job, a legacy."</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
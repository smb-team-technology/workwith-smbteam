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ANWARI LAW FIRM</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Anwari Law Firm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paid ads, 13+ years</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follow-up system</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Sole attorney, no team</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profit plan in place</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Zero paid ads + unclaimed GBP — invisible while competitors run active campaigns across every channel</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Dari-language capability is the firm's strongest differentiator — but is entirely absent from the website and digital presence</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Revenue dropped 50–70% from a $1.5M peak with no acquisition system to compensate for policy-driven demand loss</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273 Google reviews at 4.6 stars — more verified reviews than most local competitors, a strong credibility foundation</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Montagut &amp; Sobral, PC</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345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Active GBP · 8 attorneys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Rodriguez Legal, PLC</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~263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4.9 stars · same street</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Law Office of Federico Serrano</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Active</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Paid search · multilingual</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Anwari Law Firm</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273 reviews · 4.6 ★</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ANWARI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$125K/Month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 missing any one means growth stalls regardless of what you invest. When all four pillars are in place, Deeba can step back from daily operations and the firm will keep running — and growing — without her.</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$40K–$80K/mo  →  $125K/month</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A business that runs — and a legacy that lasts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Claim + optimize the Google Business Profile</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Launch Google Ads — family + employment immigration</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Enroll in LSA — Google Screened top-of-search</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Build Dari-language pages — zero competition</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Google into a pipeline that runs without you</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Add consultation CTA above the fold on homepage</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Implement 3-touch follow-up after every consult</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Standardize intake tracking across both locations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Cover after-hours — capture inquiries you're missing</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Each saved lead at $4,500 is revenue already earned</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Correct NAP inconsistencies — remove local SEO gap</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Build associate attorney hiring + training roadmap</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profitability by practice area — know margins</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Establish 12-month plan from $80K to $125K/month</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Build the team that makes semi-retirement possible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ANWARI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 Google Ads · LSA · Meta Ads · GBP management</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Immigration mastermind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$3,000–$12,000/mo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$4,500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(~5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~$22,500 revenue · ~7.5×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(~22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~$99,000 revenue · ~8×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launch — family + employment immigration</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GBP claimed + optimized across both VA locations</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3</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Website modernization — Dari pages + CTA above fold</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4</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LSA enrollment submitted — Google Screened process</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Coaching kickoff — revenue targets + hiring roadmap</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"The firm I built serves my community and sustains itself — long after I've finally stepped back."</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
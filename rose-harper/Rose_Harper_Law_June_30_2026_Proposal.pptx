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ROSE HARPER LAW</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Rose Harper Law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ads, no 3-pack rank</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after-hours coverage</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Team size unconfirmed</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Revenue unconfirmed</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Firm not in local 3-pack for PI searches in NJ or NY — competitors capture every high-intent lead</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No after-hours intake: PI leads who reach voicemail call a competitor who answered and don't call back</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Three offices, no management layer — Rose coordinates intake and operations across 3 states personally</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20+ geo-targeted landing pages and bilingual Spanish content are strong SEO assets ready to be amplified</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Brandon J. Broderick</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388+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5.0★ · dominant NJ PI advertiser</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Sobo &amp; Sobo</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300+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4.7★ · Westchester/Rockland brand</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Kantrowitz Goldhamer</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81+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4.7★ · Rockland County authority</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Rose Harper Law</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Not confirmed</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verify live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ROSE HARPER LAW</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 missing any one means growth stalls regardless of how much is spent on ads. When all four pillars align, Rose can step away from daily operations and trust the firm keeps producing.</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~$500K → $1M+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The firm runs while I'm home</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Google Ads — NJ and NY PI markets now</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Activate LSA: pay per lead, top of Google</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Spanish PI campaign: bilingual edge rivals lack</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Close the review gap vs. Brandon Broderick (388)</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Leads come to you — not the other way around</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After-hours coverage: answer before rivals do</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5-step follow-up converts leads who don't sign</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Centralize intake tracking across 3 office lines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Less form friction — more cases from same traffic</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Never lose a lead while you're teaching your class</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Define roles — Rose leads, team runs each day</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Weekly KPIs: know what converts, cut what doesn't</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Revenue by office reveals where to invest</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Hire a dedicated intake coordinator by Month 2</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Know your take-home: build around a real number</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ROSE HARPER LAW</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LSA · Meta Ads · SEO · GBP (3 locations)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1-on-1 · Group coaching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$10,000–$25,000/mo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$7,500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(8–10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$60K–$75K revenue · 6–7.5×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(25–27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$185K–$200K revenue · 7.5×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Coaching kickoff — intake and KPI baseline set</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Google Ads and LSA campaigns go live in NJ/NY</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GBP optimized for all 3 locations; reviews launched</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Spanish campaign and Meta retargeting go live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After-hours intake measured; team roles formalized</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"Three states, three offices, three kids, one professor — and finally, a firm that runs without me."</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
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SUN STATE LEGAL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Sun State Legal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referrals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Leads go cold daily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staff or 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KPIs or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marketing system — firm stops the moment Nate does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4–5 cases/wk go cold — $30K–$100K+ in annual invisible leakage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team or leverage — every new case adds directly to Nate's hours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Super Lawyer 2024–26, 15 yrs experience, $500K revenue with zero ads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JacksonWhite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681+ Google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3 locations · dominant East Valley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Shields Petitti &amp; Zoldan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5.0★ Google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6-atty employment boutique · PPC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Houk Employment Attorneys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28 Google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Employment-only · non-compete focus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Sun State Legal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10 Avvo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SUN STATE LEGAL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Four pillars — Lead Gen, Intake, Team, and Profit — each one amplifies the next. Get all four working and Nate stops being the business and starts owning one that runs without him.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$500K → $1M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Build something that runs — and lasts for your 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Ads: capture employment searches you're missing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Google Screened LSA — top of every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site: practice area pages + above-fold CTA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to 20+ Google reviews in 60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4–5 cases/week from going cold in voicemail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15-minute response standard for every lead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qualification script + lead tracking log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— capture the 7pm calls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Know every lead that came in and what happened to 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3-year vision and quarterly accountability plan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the first hire + scope before you commit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margin by case type — find where profit lives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wealth target, not just a revenue floor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org structure so the firm outlasts any one person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SUN STATE LEGAL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Google Ads · LSA · Local SEO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KPI framework ·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$4,000–$5,000/mo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$5,000–$15,000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$10K–$15K revenue · ~3×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(4–5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$32K–$40K revenue · ~7×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+ ad campaign strategy begins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campaigns go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fully optimized; review system activated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kickoff: 3-year vision + KPIs 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triage live; 20+ Google reviews earned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“You wanted to build something you own, something that runs without you, something that could one day mean something for your son — that is exactly what this plan builds.”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
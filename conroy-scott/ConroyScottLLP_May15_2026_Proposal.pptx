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55448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CONROY SCOTT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384048"/>
            <a:ext cx="48463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Conroy Scott LLP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Ads on wrong practice area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tracking or process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Adam is the bottleneck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margin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Ads driving W&amp;E leads at full capacity — corporate &amp; real estate targets get nothing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Adam generates 50%+ of revenue personally, capping growth at his personal hours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27 reviews for a 68-year-old firm limits local pack ranking across all channels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4.6-star rating is the highest of any verified local competitor — ready to amplify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57800" y="0"/>
            <a:ext cx="3886200" cy="4828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321808" y="109728"/>
            <a:ext cx="3749039" cy="2112264"/>
          </a:xfrm>
          <a:prstGeom prst="rect">
            <a:avLst/>
          </a:prstGeom>
          <a:solidFill>
            <a:srgbClr val="D1D5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67528" y="1056131"/>
            <a:ext cx="3657599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Website Screenshot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57800" y="2267712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257800" y="2267712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0" y="2286000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0" y="2487168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4960" y="3063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57800" y="3310128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13248" y="335584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Weaver Simmons LLP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0336" y="335584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~169 reviews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93024" y="337413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dominant · 30+ lawyers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57800" y="3657600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13248" y="3703320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B&amp;B Law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60336" y="3703320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26 reviews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93024" y="3721608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 stars · direct competitor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57800" y="40050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13248" y="40507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Miller Maki LLP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60336" y="40507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16 reviews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93024" y="4069080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lower rating · real estate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57800" y="4352544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57800" y="4352544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13248" y="4398264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Conroy Scott LLP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60336" y="4398264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27 reviews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93024" y="4416552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CONROY SCOTT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$2.5M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24128"/>
            <a:ext cx="2487168" cy="1399032"/>
          </a:xfrm>
          <a:prstGeom prst="rect">
            <a:avLst/>
          </a:prstGeom>
          <a:solidFill>
            <a:srgbClr val="D1D5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613916"/>
            <a:ext cx="2395728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Staircase 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2450592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23744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743200"/>
            <a:ext cx="2267712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must work together. Missing any one means growth stalls — and Adam stays the bottleneck.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3456432"/>
            <a:ext cx="2487168" cy="65836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34747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$1.25M → $2.5M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3749039"/>
            <a:ext cx="2286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Adam steps back from operations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Redirect ads to corporate &amp; real estate now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 website with practice area pages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Activate Google LSA — Google Screened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Meta Ads targeting Sudbury business owners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Review pipeline — target 75+ reviews fast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consultation CTA above the fold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Make contact form visible on homepage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Implement lead source attribution tracking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Train intake coordinator — respond in 1 hr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follow-up for unconverted leads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org chart — delegate first ops layer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FCOO Advisor designs accountability system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Document corporate GC intake &amp; onboarding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profit margin by practice area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Price corporate retainer model correctly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CONROY SCOTT LLP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$7,397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64748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Google Ads · LSA · Meta Ads · Local SEO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MASTER'S CIRCLE + FCOO ADVISOR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$6,694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$8,794/mo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64748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Coaching · FCOO ops support · Masterminds ·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$14,091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$3,700/mo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$10,200–$22,000/mo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~$2,000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(13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$26,000 revenue · 2.5x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(33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$66,000 revenue · 3.0x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Ads redirected — corporate &amp; real estate live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rebuild + landing pages underway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Screened LSA activated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— org chart design begins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75+ reviews live; intake process documented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corporate and real estate clients Conroy Scott wants are searching online right now — and finding someone else, because the firm built for referrals has not yet built the engine to meet them."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
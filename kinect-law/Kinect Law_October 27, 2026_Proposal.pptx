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KINECT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Kinect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859536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316736"/>
            <a:ext cx="4069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406908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Referral-only client flow keeps new B2B matters inconsistent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Outdated Google profile and no local pages limit who finds you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formal budget or projections makes any growth spend feel risky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KINECT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Predictable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Own Local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for IP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Google profile name, categories, and photos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Collect Google reviews on a steady schedule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pages for Queens, Manhattan, Brooklyn, Nassau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Publish Q&amp;A content for AI search answers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 found without waiting on the next referral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Turn Visits Into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Consultations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clear consultation button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contact details out of the footer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Speed up the mobile site (61/100 today)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a fast follow-up for every new inquiry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Own Growth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Plan the 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Name one partner as owner of growth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simple monthly marketing budget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target for new matters per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Map cash flow so growth feels less risky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every partner aligned on one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KINECT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WEB + SEO —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$5,897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137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1659" y="1519428"/>
            <a:ext cx="187286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GBP · Location pages · AEO content · Reviews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$5,897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3003" y="3460051"/>
            <a:ext cx="22415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Referral-only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SEO, content, and reviews build a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Outdated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GBP cleanup plus done-for-you review 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Whitestone-only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Location pages and Q&amp;A content for AI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expertise is already in the building — the system that lets high-value B2B clients find Kinect Law without a referral is what is missing."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
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FIORE LEGAL,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Where Fiore Legal, Inc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paid ads in any market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NEEDS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after-hours coverage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NEEDS 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ops layer confirmed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NEEDS WORK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Revenue unconfirmed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No paid advertising across Google, LSA, or Meta — competitors own every high-intent PI search in all 8 markets while Fiore Legal relies on organic reputation alone.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Eight offices with no confirmed intake system — leads are being lost across locations with no visibility into how many or where, a problem that compounds when paid volume begins.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No ops or management layer across 9 attorneys and 8 offices — the firm's growth is structurally capped by founder involvement in decisions at every location.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Calibri"/>
              </a:rPr>
              <a:t>Eight physical locations + 25-year reputation + $250M recovered = structural market advantage that paid marketing can multiply immediately across every market served.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Stage 4: Small Business Manager  →  Goal: Law Firm CEO / Owner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West Coast Trial Lawyers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510 reviews / 4.9★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Full digital stack · all PI verticals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Downtown LA Law Group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284 reviews / 4.9★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Bilingual · 624 Avvo · 11+ markets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Adamson Ahdoot LLP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475 reviews / 4.8★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SGV overlap · Best Lawyers 2026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Fiore Legal,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11 reviews / 3.2★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← You are here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Randy Gold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FIORE LEGAL,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Growth Plan: 3 Priorities to Reach Market Dominance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Calibri"/>
              </a:rPr>
              <a:t>Four pillars — Marketing, Intake, Team, and Profit — all running in parallel, across every one of your eight locations. When the system is built right, Fiore Legal generates cases, converts them, and tracks the return — without Mauro driving every decision.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D1F3C"/>
                </a:solidFill>
                <a:latin typeface="Calibri"/>
              </a:rPr>
              <a:t>$1.5M → $3M+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D1F3C"/>
                </a:solidFill>
                <a:latin typeface="Calibri"/>
              </a:rPr>
              <a:t>Eight offices running — without me in every decision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Turn Google into a lead machine in all 8 markets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Spanish campaigns — same cases, lower CPLs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Get Google Screened — appear above ads in LSA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city pages per office — rank where you practice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Close the 46x review gap vs. top LA competitors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Deploy after-hours intake across all 8 locations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Standardize scripts and response times firm-wide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Capture every PI lead in minutes, not hours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Track follow-up rate by location — find the leaks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Convert leads your 25-year brand already earns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ops layer — Mauro exits daily decisions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Deploy FCOO to structure accountability firm-wide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Establish location P&amp;L — see which offices profit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FCFO sets revenue baseline in the first 90 days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Scale case volume without growing owner workload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Randy Gold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FIORE LEGAL,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FULL SERVICE MARKETING — GROWTH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$7,397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$8,997/mo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Google Ads · LSA · Meta · Spanish campaigns · 8-market GBP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2139696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" y="2139696"/>
            <a:ext cx="182880" cy="102412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231136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MASTER'S CIRCLE + FCOO + FCFO ADVISORS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2414015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$7,991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523744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2576" y="2542032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$10,591/mo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642615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907791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Weekly coaching · Fractional COO &amp; CFO · 8-location P&amp;L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Calibri"/>
              </a:rPr>
              <a:t>BUNDLE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5C400"/>
                </a:solidFill>
                <a:latin typeface="Calibri"/>
              </a:rPr>
              <a:t>$15,388 /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Calibri"/>
              </a:rPr>
              <a:t>Save $4,200/mo by bundling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+ Recommended ad spend: $10,000–$40,000/mo paid directly to Google/Meta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Calibri"/>
              </a:rPr>
              <a:t>PROJECTED RETURN ON AD SPEND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Average case value: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Calibri"/>
              </a:rPr>
              <a:t>$7,500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Conservative  (5 cases/mo):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$37,500 revenue · 3.75× ROAS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Aggressive  (28 cases/mo):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$210,000 revenue · 5.25× ROAS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WHAT HAPPENS IN THE FIRST 90 DAYS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Google Ads + LSA live: MVA, PI, and workers' comp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Spanish PI paid campaigns launched in Los Angeles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GBP review strategy deployed across all 8 offices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FCOO + FCFO kickoff; revenue baseline + P&amp;L initiated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City SEO pages live; coaching KPIs and cadence set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Calibri"/>
              </a:rPr>
              <a:t>"Twenty-five years building the reputation. Now we build the system that makes all eight locations generate leads — without me at the center of it."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Randy Gold | SMB Team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
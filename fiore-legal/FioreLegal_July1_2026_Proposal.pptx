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FIORE LEGAL, INC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Fiore Legal, Inc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paid ads observed</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intake team confirmed</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No ops layer confirmed</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Revenue unconfirmed</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Competitors own all paid PI search in LA — Fiore Legal is invisible in Google Ads, LSA, and Meta.</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8 offices with no confirmed intake system — leads lost with no visibility into how many.</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ops layer across 9 attorneys — growth capped by founder's personal involvement.</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25-year brand + 8 locations + bilingual team = a powerful foundation ready to scale digitally.</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Downtown LA Law Group</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624+ Avvo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bilingual · 11+ markets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Sweet James Accident Attys</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600+ Google/Yelp</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$22M verdict · multi-state</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Adamson Ahdoot LLP</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102 Avvo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LA/Pasadena overlap</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Fiore Legal, Inc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Not yet verified</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FIORE LEGAL, INC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Scale All 8 Markets</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 missing any one means growth stalls regardless of effort or ad spend. When all four pillars are built, Mauro can step back and trust the firm generates consistent case flow without him personally driving every relationship.</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$1.5M → $3M+ annual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firm that grows without Mauro at the center</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Launch Google Ads for PI/MVA across all 8 markets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Get Google Screened — activate LSA firm-wide</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Launch Spanish PI campaigns — lower CPL, same ROI</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geo landing pages for all 8 office cities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A digital engine generating cases around the clock</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Deploy after-hours coverage across all 8 offices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Standardize lead follow-up across every location</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Bilingual intake for Spanish-speaking PI clients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Eliminate the gap between lead and consultation</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Never lose a signed case to a slow response again</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an ops layer to manage 8 locations</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Establish location-level P&amp;L for each office</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Create KPIs and accountability firm-wide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Confirm revenue baseline in first 90 days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Free Mauro from daily operational decisions</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FIORE LEGAL, INC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GROWTH</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$7,397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 LSA · Meta · Spanish campaigns · GBP ·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MASTER'S CIRCLE</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$4,600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$4,997/mo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PI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$11,997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$1,997/mo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$10,000–$40,000/mo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$7,500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(5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$37,500 revenue · 3.75×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(28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$210,000 revenue · 5.25×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 LSA launched for PI in primary LA markets</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Spanish-language PI campaign live across LA</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GBP optimization + review strategy deployed firm-wide</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City landing pages started for 4 primary office markets</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Intake system standardized across all 8 locations</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"Every one of your 8 locations generating consistent case flow from digital — not because you're there, but because the system is."</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
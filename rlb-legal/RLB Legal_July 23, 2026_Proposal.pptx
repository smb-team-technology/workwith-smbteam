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RLB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RLB Legal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95%+ from referrals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embedded contact 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at 50-60 hrs/wk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cost-per-case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paid marketing ever run — 95%+ referral-only pipeline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Lorem Ipsum testimonials &amp; Avvo address error live now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Owner works 50-60 hrs/wk with no documented hiring plan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Built a genuine $500K first year on reputation alone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Potter Minton, P.C.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BBB A+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 attys · Super Lawyers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Dacus Firm, P.C.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Since 2009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2 attys · Super Lawyers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Wilson Law Firm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Est. firm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Oil &amp; gas specialists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RLB Legal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Not yet confirmed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RLB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$2-3M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marketing, intake, team, and profit — work together. When they do, Reagan can finally step away from running every intake call himself.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$500K → $2-3M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Hire proactively, not reactively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&amp; LSA for litigation + energy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referrals into a system that runs without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Lorem Ipsum testimonials &amp; Avvo address error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geo-pages for Midland, Dallas, Houston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Meta retargeting &amp; AI-avatar video content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embedded contact form — cut click-through friction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after-hours coverage for evening inquiries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lead so none slip through unseen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intake into a system, not a personal task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Protect the white-glove feel as volume grows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Elite Coach Plus — build a documented hiring plan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proactively instead of reacting to overload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cost-per-case before scaling ad spend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Benchmark case value across litigation &amp; transactional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revenue growth into real, predictable profit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RLB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Local SEO · Meta Ads · Website Fixes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$8,197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$3,000–$12,000/mo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$3,000–$7,000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$15,000 revenue · 5.0×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(17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$85,000 revenue · 7.1×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&amp; LSA campaigns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testimonials &amp; correct Avvo NAP error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embedded contact form to website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Elite Coach Plus sessions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Cost-per-case tracking live &amp; reviewed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want to hire because we're ready — not because we're already underwater."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
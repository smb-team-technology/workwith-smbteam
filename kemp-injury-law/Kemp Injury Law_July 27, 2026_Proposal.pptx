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KEMP INJURY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Kemp Injury Law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0 signed cases last month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24/7 coverage, no tracking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Only 1.5 attorneys total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case value or P&amp;L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Case signings fell from 15-20/mo to zero after a website hack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Third marketing agency in a row shows no measurable results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case value, revenue goal, or profit visibility exists yet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5.0-star rating across 74 reviews — reputation holds up well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Brooks Law Group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244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4.7★ · 30+ yrs in Winter Haven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Burnetti, P.A.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8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9-office regional firm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The Florida Law Group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5.0★ rating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Est. 1984 · AV Preeminent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Kemp Injury Law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74 reviews (5.0★)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Jonathan Farace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KEMP INJURY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30 Cases a 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All four pillars — leads, intake, team, and profit — have to work together. When they do, Kemp Injury Law can reach 30 cases a month without Adam running every part of it himself.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15-20 → 30 cases/mo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Adam steps back to focus on his other businesses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Relaunch PPC, LSA, and Meta after the hack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the missing "car accident lawyer" term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Resolve the bot wall blocking search crawlers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Rebuild rankings on existing geo-pages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ads into a pipeline that runs without Adam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total monthly lead volume for the first time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Audit handoffs between answering service &amp; staff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the lead leakage Adam already flagged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Give the existing 24/7 intake setup real measurement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Protect every lead the new ads generate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Start Elite Coach Plus leadership coaching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accountability toward 3 lawyers, 10 staff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average case value for the first time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cost-per-acquisition visibility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Free Adam to refocus on his other businesses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Jonathan Farace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KEMP INJURY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$7,497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$8,997/mo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Website · SEO · Google Ads · LSA · Meta Ads · GBP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masterminds · quarterly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$10,697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$1,797/mo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$13,500–$35,800/mo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$7,500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(3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$22,500 revenue · 1.7×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(9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$67,500 revenue · 1.9×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PPC, LSA, and Meta retargeting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Resolve bot wall; confirm PageSpeed scores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Correct FindLaw NAP; start Elite Coach Plus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Stand up lead-volume tracking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Rebuilding toward the pre-hack 15-20 cases/mo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"Kemp Injury Law runs itself — so I can focus on my other businesses."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Jonathan Farace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
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SOLOMON | ARIEH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SOLOMON | ARIEH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“I pay our accounting firm $6,800 a month, I think, for our financial statements, reconciliations.”</a:t>
            </a:r>
          </a:p>
          <a:p>
            <a:pPr>
              <a:spcBef>
                <a:spcPts val="900"/>
              </a:spcBef>
            </a:pPr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“It's been against the rules. It gets you fired day one.”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Small Business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20 hours a week of owner oversight keeps you in the details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About 300 emails a day are triaged by hand through one person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PROFIT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Client-level margins and reports aren't available on demand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JONATHAN FARACE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SOLOMON | ARIEH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Reach 5 Hours a Week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Launch Your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Pilot in Tulsa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Kick off with your Fractional CTO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Set priorities for the first automations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Deploy skills from the Law Firm AI library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Train the team to use AI safely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Prove it in Tulsa, on your terms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Automate Triage 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Daily Oversight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Build an AI-assisted email triage workflow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Get a daily KPI and executive summary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Move oversight from 20 hours toward five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Free your people for higher-value work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Lead from the front, not the details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Automate Financial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Reporting Systems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Map which reporting steps can be automated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Track margins by client automatically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Stop waiting on the numbers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Track progress with a monthly automation report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Leave behind a stronger, better-run firm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JONATHAN FARACE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SOLOMON | ARIEH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FRACTIONAL CTO LEVEL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$4,997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9087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373" y="1519428"/>
            <a:ext cx="1875155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$5,797/mo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Fractional CTO · Monthly sessions · AI skills · Automations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$4,997 /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1708" y="3460051"/>
            <a:ext cx="224282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Save $800/mo by bundling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005840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33502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00016" y="1417320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133502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Oversight hours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133502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Custom automations like daily KPI summaries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1883664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00016" y="196596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188366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Ahead on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188366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Guided monthly sessions, skills and training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243230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00016" y="251460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243230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Email &amp; reports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243230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750" b="0" i="0">
                <a:solidFill>
                  <a:srgbClr val="4A5C6B"/>
                </a:solidFill>
                <a:latin typeface="Poppins"/>
              </a:rPr>
              <a:t>Monthly automations aimed at your priority workflows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"Tip of the spear, not the handle: leading on AI while getting your own time back."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JONATHAN FARACE | SMB TEAM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
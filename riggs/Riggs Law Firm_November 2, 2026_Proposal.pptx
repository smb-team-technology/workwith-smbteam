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RIGGS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Riggs Law Firm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“Our problem is essentially everything from getting a lead to getting them to essentially become a client.”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“If they don't sign the retainer agreement … within a day or two … we move on because we've got so many other things to do.”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Leads that don't sign at the consult get dropped within days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one owns lead follow-up, so it depends on who is free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cost per signed case by lead source to guide spend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RIGGS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50 Cases/Month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 up with every consult that doesn't sign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Work through your process in monthly 1:1 calls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Learn from other law firm owners in group coaching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paid leads into clients, not lost spend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it now, while the firm is still 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every open lead one clear owner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routine for the days after a consult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path for visitors not ready to book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the free assessment the clear first step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Spend less time chasing leads, more on legal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who does what across the growing team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dollar target next to the 50-case goal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lead source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to 50 cases a month on purpose, not by chance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RIGGS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COACH ESSENTIALS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32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2609" y="1519428"/>
            <a:ext cx="189191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Group coaching · Monthly 1:1 coaching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2208" y="3460051"/>
            <a:ext cx="225231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Single package, no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Lost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1:1 coach calls to build your intake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Missed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 follow-up routine your team can realistically keep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Build it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Group coaching and 1:1 calls to build the foundation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"Over time, I'd like to become the firm in this valley."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
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SILVERBACK LEGAL LLP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Silverback Legal LLP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“We can't even get to the starting line.”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“We tried to piecemeal it.”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“There was no consistency at all.”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MVA case flow has stalled since the Google campaign was shut down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Lots of irrelevant calls last time and no screening to sort them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cost-per-signed-case tracking, so payback on spend is hard to see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SILVERBACK LEGAL LLP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Steady Weekly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Rebuild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Case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Install the Meta pixel and tracking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Fix your Google listing and start reviews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Relaunch MVA search in New York, then Florida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practice-area pages for maps and AI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Turn Google into a case pipeline that runs without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Screen every motor vehicle accident call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each call from first ring to signed case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Explore intake support and after-hours answering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Give your team one clear follow-up process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Write the playbook your team follows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Score cost per signed case by channel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Review results every 90 days with your partners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a Fractional COO as case flow steadies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 firm that runs on a model, not on you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SILVERBACK LEGAL LLP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FULL SERVICE MARKETING —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$5,697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7182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7468" y="1519428"/>
            <a:ext cx="1877059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stand-alone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Website · Google Ads · LSA · Meta Ads · GBP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$5,697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0628" y="3460051"/>
            <a:ext cx="2243899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Stand-alone price, no bundle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$10,000–$20,000/mo — to restart steady MVA case flow in NY and FL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$1,500–$2,500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1B2A38"/>
                </a:solidFill>
                <a:latin typeface="Poppins"/>
              </a:rPr>
              <a:t>Conservative  (~2–3 cases/mo):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~$5,100 revenue · ~0.5× 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(~7 cases/mo):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~$13,800 revenue · ~0.7× ROAS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Proven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One team runs web, local, Google and Meta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AI visibility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Start with the site and local base AI depends 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Quick wins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First fixes: tracking, listing, MVA campaign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"The demand is already there to be won — what Silverback needs is a proven, trackable system your team can follow, so you can step back on your own timeline."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
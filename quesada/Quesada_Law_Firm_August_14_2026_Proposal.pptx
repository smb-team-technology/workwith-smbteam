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QUESADA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Quesada Law Firm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100% referral-based</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Owner handles all intake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Poppins"/>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3-person team, no layer</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Poppins"/>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3-yr revenue plateau</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100% referral-based acquisition — invisible in organic search results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Owner personally handles every intake call with no delegation in place</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Revenue plateaued at ~$700K/year for three straight years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5.0-star Google rating — higher than every named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Michael Mirer, P.A.</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306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Ex-prosecutor · top organic rank</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Armando Hernandez, P.A.</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203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Nat'l Trial Lawyers Top 100</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Wichman Law Firm</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100+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Active content, Super Lawyers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Quesada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~36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QUESADA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$1,000,000</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must work together. Missing any one means growth stalls regardless of ad spend. When all four work, Marco can finally step away from the firm and trust it still runs.</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$700K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Step away from the firm — and trust it still runs</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Turn Google into a pipeline that runs without you</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Launch Search &amp; LSA for criminal defense + DUI</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Close the visibility gap vs. Mirer &amp; Hernandez</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Add Meta retargeting and video ad presence</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Refresh the site's dormant blog &amp; content</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Delegate intake so calls no longer wait on you</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Build a defined follow-up process for every lead</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Move the contact form above the fold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Strengthen review generation on a 5.0-star base</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Free up hours currently spent on personal intake</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Bring in a Fractional CTO to lead AI automation</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Connect Dropbox &amp; Manus into agentic workflows</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Build systems that run without daily oversight</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Create visibility into what breaks the $700K plateau</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Set the foundation to eventually step out of law</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QUESADA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$4,997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Google Search &amp; LSA · Meta Ads · GBP · Website &amp;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003A59"/>
                </a:solidFill>
                <a:latin typeface="Poppins"/>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Poppins"/>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Weekly group coaching · Intake delegation framework</a:t>
            </a:r>
          </a:p>
        </p:txBody>
      </p:sp>
      <p:sp>
        <p:nvSpPr>
          <p:cNvPr id="21" name="Rectangle 20"/>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$11,494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Save $1,497/mo by bundling (incl. Fractional CTO L1)</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$5,500–$20,000/mo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$4,000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(3.8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$15,280 revenue · 2.8x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(20.5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$82,000 revenue · 4.1x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7" name="Rectangle 36"/>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Elite Coach Plus kickoff begins</a:t>
            </a:r>
          </a:p>
        </p:txBody>
      </p:sp>
      <p:sp>
        <p:nvSpPr>
          <p:cNvPr id="40" name="Rectangle 39"/>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Intake delegation framework built</a:t>
            </a:r>
          </a:p>
        </p:txBody>
      </p:sp>
      <p:sp>
        <p:nvSpPr>
          <p:cNvPr id="43" name="Rectangle 42"/>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Google Search &amp; LSA campaigns prepped</a:t>
            </a:r>
          </a:p>
        </p:txBody>
      </p:sp>
      <p:sp>
        <p:nvSpPr>
          <p:cNvPr id="46" name="Rectangle 45"/>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Marketing Starter officially launches</a:t>
            </a:r>
          </a:p>
        </p:txBody>
      </p:sp>
      <p:sp>
        <p:nvSpPr>
          <p:cNvPr id="49" name="Rectangle 48"/>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Fractional CTO L1 onboarding begins</a:t>
            </a:r>
          </a:p>
        </p:txBody>
      </p:sp>
      <p:sp>
        <p:nvSpPr>
          <p:cNvPr id="52" name="Rectangle 51"/>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"Build a well-oiled machine that can operate without my daily involvement — so I can finally have my time back, and one day, walk away from the practice of law on my own terms."</a:t>
            </a:r>
          </a:p>
        </p:txBody>
      </p:sp>
      <p:sp>
        <p:nvSpPr>
          <p:cNvPr id="54" name="Rectangle 53"/>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
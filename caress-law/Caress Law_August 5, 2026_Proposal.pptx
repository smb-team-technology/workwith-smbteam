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CARESS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Caress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Organic/referral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defined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is the fallback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known, margins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Tammi remains the operational fallback for every system, blocking strategic growth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Current fractional COO lacks law-firm experience, stalling attorney KPI 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Manual probate, billing, and mail workflows block the move to flat-fee pricing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4.4-star rating and a 2025 Best of the Rose City award show real market credibility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Firm Runs Without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Fitzwater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85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 stars · since 1931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Nay &amp; Friedenberg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76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 stars · since 1984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Chenoweth Law Group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127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3.8 stars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Caress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27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CARESS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$7.6M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Automation and qualified leadership must work together — one without the other still leaves Tammi as the fallback. When both are in place, Tammi can finally step back into strategy instead of daily operations.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$2.2M → $7.6M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from daily operations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Automate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Operational 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Cut the probate workflow from 39 steps to 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the 3-hour monthly bill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mail processing end to 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home office expense compilation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recovered hours into strategic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Leadership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Delegate for Real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an underqualified COO with law-firm expertise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attorney KPIs and accountability structure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Tammi a true operational partner, not a title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Establish weekly coaching and mastermind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ownership of daily systems off Tammi's desk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Toward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Predictable Profit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probate and trust admin from hourly to flat fees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Use automation efficiency to make flat fees viable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progress toward the $7.6M 3-year goal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local-search visibility gap over time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revenue growth into real, plannable profit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CARESS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LEGAL AI WORKFORCE — FRACTIONAL CTO L2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Monthly custom automations · Clio/Lawmatics/Outlook integration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FCOO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Law-firm ops leadership · weekly coaching · masterminds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$8,294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$1,300/mo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No ad spend recommended — this engagement is automation &amp; operations, not marketing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WHAT THIS INVESTMENT INCLUDES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One-time onboarding fee: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$14,997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Foundation Sprint (one-time):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Standalone $19,997 · save $5,000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Recurring total (bundled):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$8,294/mo · save $1,300/mo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AI Foundation Sprint + CTO onboarding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FCOO Advisor transition from current COO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Scope first automations: probate workflow priority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attorney KPI and accountability build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 custom automations live; coaching underway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"Step away from being the fallback for every system — and finally have the time to lead Caress Law, not just run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
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GRANADOS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Granados Law Group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Ads dark nights/weekends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after-hours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documented systems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financial 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Ads go dark at night — DWI arrests peak Friday at midnight; competitors answer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answering service — every after-hours call goes to Saad Law or Kurtz &amp; Blum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Lindsey is the intake bottleneck for every high-value felony case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4.8-star rating matches the best Cary competitors — quality is already there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Kurtz &amp; Blum (Raleigh)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290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4.7★ · Raleigh · full coverage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Saad Law (Raleigh)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275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ex-DA · 24/7 ads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Amy Whinery Osborne (Cary)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208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Cary-based rival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Granados Law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~102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GRANADOS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$1.25M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The SMB Team model works all four pillars — Marketing, Intake, Team, and Profit — as a single integrated system. When all four work together, Lindsey can finally step away from daily operations and trust the firm runs without 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$750K → $1.25M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—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24/7 client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Run ads Thurs–Sun when DWI arrests spike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ad dollar back to signed cases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review gap with top competitors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Target high-value felony keywords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after-hours answering — 0 missed calls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Capture DWI calls at 2am when clients need help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Lindsey from every high-value intake call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Formalize the associate intake handoff process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instant website contact above the fold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the 10 core firm playbooks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delegation — stop being the bottleneck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 per case by practice area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revenue plan tied to the $1.25M goal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1–2 hrs/day from low-value admin work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GRANADOS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SEO · Website CRO · ROI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Team systems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$7,500–$13,500/mo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~$40,000 revenue · ~5×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~$80,000 revenue · ~6×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24/7 Google Ads &amp; LSA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answering service activated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conversion optimization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generation program launched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Team systems &amp; playbooks documented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"You take two weeks off. You come back and the firm ran itself — cases signed, revenue coming in, team handled it. That is what we are building."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
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DORCEY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Dorcey Law Firm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“There's no way to ever identify exactly where those people come from.”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have to staff for our high peak season… seven months out of the year, I don't need all the staff members I have.”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Clients can't be traced to a source, so budget can't follow what works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 team sized for the Jan–May peak leaves capacity idle about seven months a year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Colder online leads close below referrals, so they need their own follow-up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DORCEY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25–30% Growth in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Lead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Run Google Ads on Fort Myers estate planning searches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all four offices their own local search presence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steady review stream and consistent listings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every inquiry back to the channel that won it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Google into a pipeline that fills your slow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Fill the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All Year Long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Follow up online leads on their own fast track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Time campaigns to the slower months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Reach past estate-plan clients about trust and probate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Promote workshops online to the families you mail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Keep your team busy all year, not just January–May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Grow Without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Adding Headcount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peer coaching on output per person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Practice area masterminds with other firm owners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the systems behind 25–30% growth in 2027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revenue per FTE toward $350K–$400K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Be the firm your town considers first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DORCEY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$7,497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860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8893" y="1519428"/>
            <a:ext cx="190563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$8,997/mo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Ads · Local SEO · Meta Ads · Reviews · 4 offices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MASTER'S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$4,600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6143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6429" y="2570988"/>
            <a:ext cx="180809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$4,997/mo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$12,097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7989" y="3460051"/>
            <a:ext cx="2176538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$3,500–$14,000/mo — to turn Fort Myers estate planning searches into signed cases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$24,000 revenue · 6.9×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(16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$128,000 revenue · 9.1×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Managed Google, local SEO and social 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Growth, no FTEs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Peer coaching on systems and output per person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Idle off-season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Campaigns focused on the slower months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"We don't want anybody in our town to hire another law firm without at least considering us first."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
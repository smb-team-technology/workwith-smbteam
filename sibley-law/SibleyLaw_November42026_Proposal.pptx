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SIBLEY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Sibley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really don't have the knowledge and the capacity for that.”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thought my paid advertising was going on. And then I learned that it was not.”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“If they don't book with me right away, that follow-up.”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Seminars sit unpromoted and ads lapsed, so new-client flow is unpredictable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Seminar attendees who don't book right away get no steady follow-up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Every decision runs through Dee, so she can't truly unplug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SIBLEY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$50,000/Month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a Steady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Client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Launch managed Local Service Ads for Brevard County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Pay only when a real prospect calls you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See monthly reports on every lead and its cost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A pipeline that fills without you chasing it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Later: add a full marketing program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Follow-Up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Document Processes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group coaching with other law firm owners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Monthly 1:1 call to plan processes and hiring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follow-up path for seminar attendees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Document processes before the January hire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team that runs a week without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Put AI to Work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Get Time 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Two team members get AI Workforce seats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AI session turns skills into daily use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Move drafting and email off your desk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Know your margin and set a monthly target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Work toward 20 to 25 hours, not 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SIBLEY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COACH ESSENTIALS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2323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2609" y="1519428"/>
            <a:ext cx="189191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Group coaching · Monthly 1:1 coaching 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AI WORKFORCE PRO – STARTER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996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0283" y="2570988"/>
            <a:ext cx="2214245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$350/user/mo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2 seats · Weekly AI session · Month-to-month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14563" y="3460051"/>
            <a:ext cx="230996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$900/mo: free LSA add-on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Process &amp; hiring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Coaching to document processes before the next hire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No ad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We run your LSA channel and report monthly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AI affordability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Month-to-month seats with a weekly session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"Where I can truly unplug, … I can even say a week, and know that the building's not going up in flames."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
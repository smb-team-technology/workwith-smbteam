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MASON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Mason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can only get so many. It's challenging by the locations is key”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agree that we could possibly do some things there that are better.”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Decisions still sit with a few people as new offices open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After-hours calls go unanswered while your ads run around the clock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Colorado Springs map results — the firm has no address there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MASON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Build a Brand-First 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Leadership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coaching for you and your leaders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"us, not me" into written firm standards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peer room to test the ten-office plan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Free your calendar from day-to-day decisions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marketing in-house, with a stronger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Cover Every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Size missed calls with your 90-day phone report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Decide on after-hours coverage using real data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Document how client care opens each new office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Every caller meets the Mason Law brand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Scale Offices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Protect Profit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Phase 2: FCOO Advisor builds the office playbook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profit view by office before each lease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Phase 3: FCFO Advisor tracks what each office earns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a Colorado Springs profile for the next office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Open each office without it routing back to you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MASON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MASTER'S CIRCLE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$4,600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6143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6429" y="1519428"/>
            <a:ext cx="1808099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$4,997/mo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Weekly group coaching · Masterminds · Workshops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$4,600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706" y="3460051"/>
            <a:ext cx="220482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$397/mo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Brand, not 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Group coaching builds standards the firm owns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Ten offices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Masterminds test the office-by-office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Keep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Coaching, so your team keeps running marketing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"I don't want to brand myself or an attorney. I want to brand us."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
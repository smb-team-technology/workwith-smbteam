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GOOSE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Goose Law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“What we're not doing as well as we need to do is getting leads, right? Getting super qualified leads.”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“There are less consultations, for sure… There are less people registering for the webinars.”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“I feel confident closing leads, but I shouldn't be the guy. It shouldn't be dependent on me.”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One shrinking Meta-to-webinar funnel is the only source of paid leads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Every consultation still runs through you, which caps growth and your time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Most revenue sits with one client, and spend isn't tied to signed cases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DANIEL LOWE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GOOSE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5×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Add Google search beside Meta for permanent residency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Turn leads into a pipeline that runs without you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Refresh Meta creative and audiences with testing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Manage Google Business Profile and local search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Monthly reports and strategy calls on every dollar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Free Your Calendar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 direct consultation-booking path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Document the consult-to-client process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Give your second practitioner enough calls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Keep the webinar nurturing those not ready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Be the guide, not the guy every lead needs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cost per consultation and signed client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base of many individual clients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One accountable partner for ads and creative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Know when spending more is a safe decision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Grow toward 5× without growing your workload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DANIEL LOWE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GOOSE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FULL SERVICE MARKETING ESSENTIALS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$3,797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1174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1461" y="1519428"/>
            <a:ext cx="1933067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$3,797/mo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Google · Meta · LSA · Local SEO · GBP · Monthly 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$3,797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8891" y="3460051"/>
            <a:ext cx="22756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Stand-alone — no bundle discount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$3,500–$7,500/mo — to turn searches into booked consultations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CAD 10,000 per file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B2A38"/>
                </a:solidFill>
                <a:latin typeface="Poppins"/>
              </a:rPr>
              <a:t>Conservative  (~5 cases/mo):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B6B4A"/>
                </a:solidFill>
                <a:latin typeface="Poppins"/>
              </a:rPr>
              <a:t>~CAD 54,000 revenue · 15.5× ROAS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(~14 cases/mo):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B6B4A"/>
                </a:solidFill>
                <a:latin typeface="Poppins"/>
              </a:rPr>
              <a:t>~CAD 140,000 revenue · 18.6× ROAS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Ads ownership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One team runs your Google and Meta campaigns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Qualified leads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00" b="0" i="0">
                <a:solidFill>
                  <a:srgbClr val="4A5C6B"/>
                </a:solidFill>
                <a:latin typeface="Poppins"/>
              </a:rPr>
              <a:t>Campaigns built around permanent-residency searches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Agency attention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4A5C6B"/>
                </a:solidFill>
                <a:latin typeface="Poppins"/>
              </a:rPr>
              <a:t>Monthly reports and strategy calls keep you informed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"A firm that grows fivefold and doesn't depend on one client, or on me being the guy."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DANIEL LOWE | SMB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
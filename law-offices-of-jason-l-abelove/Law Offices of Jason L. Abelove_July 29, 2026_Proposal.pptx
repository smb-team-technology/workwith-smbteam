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LAW OFFICES OF JASON L. ABELOVE</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Law Offices of Jason L. Abelove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6</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Referrals only, no system</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You answer every call</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Just you + 1 attorney</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Credit line maxed out</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Criminal defense hire costs $13K/mo with zero digital presence</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Major criminal defense firm sits one floor away in your building</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No CRM — leads and follow-up are tracked on pen and paper</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$620K-$6M case results and a #3 ChatGPT ranking already earned</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Borrelli &amp; Associates</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39-49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Employment law rival</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Barket Epstein et al.</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9 attorneys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Same building · Crim. Def.</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Schwartzapfel Lawyers</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683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Review benchmark</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Law Offices of Jason L. Abelove</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26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LAW OFFICES OF JASON L. ABELOVE</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Build a Sellable Firm</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All four pillars — leads, intake, team, and profit — must work together. Missing any one means growth stalls no matter how much you spend on ads. When all four work, Jason can finally step back from answering every call himself.</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Personal practice → Sellable asset</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Step back — and the firm still runs</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Launch a criminal defense page &amp; ad campaign</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Grow reviews past 26 (rivals already have 39+)</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Consolidate duplicate Yelp listings</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Put your $620K-$6M case results to work</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Launch Meta retargeting &amp; video ads</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Stand up a CRM — no more pen and paper</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Build a defined lead follow-up sequence</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Add after-hours coverage for missed calls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Move the contact form above the fold</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Make call-answering a team process, not just you</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Build a case pipeline for your new hire</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Turn the $13K/mo cost into a profit center</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Build a practice-area-level profit plan</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Protect the margin your exit value depends on</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Start delegating what only you do today</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LAW OFFICES OF JASON L. ABELOVE</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GROWTH</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$7,497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$8,997/mo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 Google Ads · LSA · Meta Ads · Local SEO</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Group coaching · Masterminds · Profit planning</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$10,697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$1,797/mo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$5,500-$22,000/mo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$4,000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(4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$16,000 revenue · 2.9x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(21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$84,000 revenue · 3.8x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Launch criminal defense Google Ads</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Criminal defense page live on the site</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Yelp listings consolidated, reviews grow</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Elite Coach Plus coaching kickoff</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CRM and lead follow-up process live</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"From a personal practice into a sellable asset — not just a bigger paycheck, but the freedom to finally step back."</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
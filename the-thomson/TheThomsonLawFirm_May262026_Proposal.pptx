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THOMSON LAW FIRM</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The Thomson Law Firm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ads · 3× review gap</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ACTION NEEDED</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Form buried; no 24/7</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ACTION NEEDED</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Owner is the hub</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ACTION NEEDED</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ROI visibility</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No Google/LSA/Meta ads — competitors own every PI keyword</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101 reviews vs. 316+ — not in 3-pack for any core PI term</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Form below fold + no after-hours — losing cases every day</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5.0★ + $21M verdict — strongest credentials in the market</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Crandall &amp; Katt</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316–336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Dominates 3-pack · est. 1979</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Monge &amp; Associates</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201–217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National chain · high velocity</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The Mark Hurt Law Firm</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174+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11 offices · SW Virginia overlap</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The Thomson Law Firm</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~101 reviews · 5.0 ★</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Michael Kopp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THOMSON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$1.5M</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team, and profit must all work together. Missing any one means growth stalls regardless of ad spend. When all four pillars are in place, Paul can step back from the daily grind and trust that qualified catastrophic cases keep coming in.</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$750K → $1.5M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Focus on the cases that matter — trust the firm handles the rest</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Turn Google into a daily PI case pipeline</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Launch LSA — appear above all organic results</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Meta video ads built around Paul's $21M story</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Systematic reviews to overtake the 3-pack</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Geo landing pages: Salem, Blacksburg, Abingdon</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Move contact form above the fold today</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24/7 intake — first to answer wins the case</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Callback protocol for after-hours serious cases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Intake coordinator pre-qualifies each prospect</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Stop losing urgent cases to whoever answers first</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Build a team Paul trusts to run without him</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KPI dashboard: case source + close rate data</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Case-level profit tracking by practice type</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SOPs so the firm runs on Paul's standards</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Know what the firm earns — and what it is worth</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Michael Kopp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THOMSON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 Google Ads · LSA · Meta Ads · Local SEO</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$2,200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Intake build · KPI dashboard ·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$7,047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$2,147/mo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$5,700–$15,000/mo paid directly to Google/Meta/LSA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$25,000 (working est.)</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(4–5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$112,500 revenue · ~20×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(14–15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$362,500 revenue · ~24×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Onboarding call + ads strategy finalized</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Google Ads &amp; LSA campaigns go live</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Website rebuild begins — form above the fold</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Post-settlement review request workflow live</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After-hours intake + KPI dashboard active</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"29 years of exceptional work deserves more than a referral waiting game — it deserves a firm that runs itself and a pipeline that never stops."</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Michael Kopp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
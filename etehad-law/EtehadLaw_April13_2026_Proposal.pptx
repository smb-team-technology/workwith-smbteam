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55448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ETEHAD LAW, APC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384048"/>
            <a:ext cx="48463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Etehad Law, APC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100% from referrals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scripts or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approves all checks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financial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paid advertising — invisible to anyone not already referred while Setareh (400+ reviews) and Omega (621 reviews) run active multi-channel campaigns.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One untrained intake person with no scripts, no follow-up cadence, and zero conversion tracking — cases slip through undetected.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Simon personally approves every check daily — the firm structurally cannot run without him present.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30 years of credentials, $4M revenue, and a Super Lawyers top 5% rating — an extraordinary foundation to build 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7800" y="0"/>
            <a:ext cx="3886200" cy="4828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21808" y="109728"/>
            <a:ext cx="3749039" cy="2112264"/>
          </a:xfrm>
          <a:prstGeom prst="rect">
            <a:avLst/>
          </a:prstGeom>
          <a:solidFill>
            <a:srgbClr val="D1D5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67528" y="1056131"/>
            <a:ext cx="3657599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Website Screenshot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57800" y="2267712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257800" y="2267712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0" y="2286000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2487168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4960" y="3063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57800" y="3310128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13248" y="335584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Setareh Law — Beverly Hills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0336" y="335584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400+ G reviews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93024" y="337413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blocks away · active PPC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57800" y="3657600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13248" y="3703320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Omega Law Group — BH Adjacent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0336" y="3703320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621 G reviews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3024" y="3721608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22 attorneys · LSA dominant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57800" y="40050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13248" y="40507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M&amp;Y Personal Injury — Wilshire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0336" y="40507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521 Yelp reviews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93024" y="4069080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4.7★ · active PPC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57800" y="4352544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57800" y="4352544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13248" y="4398264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Etehad Law, APC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60336" y="4398264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~0 Google reviews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93024" y="4416552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ETEHAD LAW, APC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$8M by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24128"/>
            <a:ext cx="2487168" cy="1399032"/>
          </a:xfrm>
          <a:prstGeom prst="rect">
            <a:avLst/>
          </a:prstGeom>
          <a:solidFill>
            <a:srgbClr val="D1D5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613916"/>
            <a:ext cx="2395728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Staircase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2450592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23744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743200"/>
            <a:ext cx="226771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must work together. Missing any one means growth stalls regardless of ad spend.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3456432"/>
            <a:ext cx="2487168" cy="65836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34747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$4M → $8M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3749039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Simon runs a firm that runs without him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live in 30 days — Beverly Hills PI keywords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Google Screened + launch Local Service 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error on Gazette Live directory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Google reviews to 100+ within 90 days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Meta retargeting to recapture site visitors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Proven intake scripts + structured follow-up cadence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lead-to-client conversion rate from day one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Recorded call monitoring for intake performance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full 24/7 after-hours coverage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+5% close rate = 3+ more signed PI cases per month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KPI scorecards for every role — intake, cases, attorneys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Delegated check approvals — Simon off the daily loop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Structured hiring system to end the 19-of-20 pattern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Monthly dashboard: revenue, profit, cost-per-case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90-day accountability scorecard built in kickoff session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ETEHAD LAW, APC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PLATINUM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$15,997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$17,997/mo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6474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SEO · Meta Ads · AI Optimization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MASTER'S CIRCLE + FCOO DIRECTOR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$8,394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$11,794/mo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6474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Coaching · FCOO Director · Intake training · Hiring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$24,391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You save $5,400/month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$12,000–$30,000/mo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$35,000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(4–5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~$140K revenue  ·  ~11×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(12–14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~$455K revenue  ·  ~15×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optimized + NAP error on Gazette Live corrected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live — Beverly Hills PI keywords targeted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scripts deployed + conversion tracking starts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— KPI scorecards built for all roles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LSA qualified + 100 Google reviews + dashboard live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leads, the revenue, and the reputation are already here — what Etehad Law is missing is the system to capture new cases predictably and the structure to run without Simon."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
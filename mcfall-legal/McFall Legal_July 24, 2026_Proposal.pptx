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MCFALL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McFall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only, no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One form, no follow-up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 attorneys, no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 tracked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Legacy firm name still listed on 3 major directories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geo-landing pages, unlike competitor Daly Law Offices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defined intake follow-up process behind the contact 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4.8 stars, 21 reviews — already beats both local rivals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Daly Law Offices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Built geo-landing pages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Ceraul Law Offices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No geo-pages found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Cramer Swetz et 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Regional scale leader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McFall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21 reviews (4.8★)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MCFALL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Firm That Runs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Alan can finally step back and know McFall Legal runs without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$180K → $360K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know Jason can run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&amp; LSA in Bangor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legacy name on Avvo, FindLaw, Yellow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geo-pages for Bangor, Wind Gap, Easton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SEO gap with Daly Law Offices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consultation follow-up process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evening inquiries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form to signed client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leads slipping through with no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Alan from personally chasing every lead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weekly Elite Coach group coaching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documented profit plan and CPA tracking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Jason real ownership of firm systems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 team that runs without Alan there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casework into a business worth handing down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MCFALL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 stand-alone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· Directory &amp; NAP cleanup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$3,500–$7,500/mo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$9,000 revenue · 2.6×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$33,000 revenue · 4.4×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 call &amp; Google/LSA campaign build begins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Ads launch across Bangor/Northampton County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coaching sessions begin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Directory cleanup &amp; geo-pages published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intake process &amp; CPA tracking in place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firm keeps growing whether I'm the one closing every case or not — and Jason inherits something built to last."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
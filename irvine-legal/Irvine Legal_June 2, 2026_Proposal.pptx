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IRVINE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Irvine Legal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referrals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digital intake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Stalls in 1-2 weeks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margin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Google reviews — invisible in every local construction law search while competitors hold all map pack positions.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100% referral-dependent — no digital engine exists to reach the $100K/month revenue goal.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Firm stalls within 1–2 weeks without Joshua — litigation bottleneck blocks any path to real time freedom.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Sales team closes subscription clients independently — a genuine intake foundation competitors at this stage rarely have.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SSHK Lawyers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22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Davis/Weber County map pack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Fetzer Booth Mountain West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Construction + business law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Winder &amp; Counsel, P.C.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AV Preeminent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Construction law since 1983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Irvine Legal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IRVINE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$100K/Month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— all four pillars must work together. Missing any one means growth stalls no matter how hard you work. When all four work, Joshua can take that 6-week trip and trust the firm keeps running.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$780K → $1.2M+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—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subscription client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Own the Davis County construction law map pack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Meta ads targeting construction owners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site to capture leads, not just look good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Own 'outsourced general counsel' before others 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homepage form — capture leads in the moment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follow-up sequence for cold ad-generated leads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after-hours response for evening inquiries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Train sales team on ad lead vs. referral approach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from first touch to signed client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contract review process — free Joshua's time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margin by line: subscription, litigation, RA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plan to hire litigation attorney at $200K+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Extend safe-absence window from 2 weeks toward 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profit plan that funds the nonprofit mission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IRVINE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rebuild · Google Ads · Local SEO · Meta Ads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Practice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$5,000–$14,500/mo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 (default)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$30,000 revenue · 6.0×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(22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$110,000 revenue · 7-8×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construction law keywords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begins; homepage form goes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campaign hits 10+ Google reviews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citations unified; GBP category corrected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Coaching: profit tracking + intake process 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firm runs itself, the mission is funded — and I take that 6-week Himalaya trip knowing nothing burns down while I'm gone."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
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LAW OFFICES OF JOSEPH A. MARRA,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The Law Offices of Joseph A. Marra, PLLC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paid ads — any channel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Clients stall for months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IN PROGRESS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Staff departures hit hard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IN PROGRESS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financial visibility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Google Ads, LSA, or Meta Ads — competitors own every paid placement in Westchester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Clients go months without contact when staff leave — a direct threat to 38 years of reputation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Clio records incomplete: documents sit on desks and are never uploaded to matters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147 Google reviews at 4.7★ — strongest individual count among all local single-location competitors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Enea, Scanlan &amp; Sirignano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101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4.9★ · Westchester Mag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Ettinger Law Firm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538+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16 NY offices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Meyer &amp; Spencer, PC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57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5.0★ · estate only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The Law Offices of Joseph A. Marra, PLLC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147 reviews · 4.7★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LAW OFFICES OF JOSEPH A. MARRA,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$1.8M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— all four must work together or growth stalls. When all four pillars are running, Joe can step away from the daily fires and trust the firm handles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$900K → $1.8M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The firm runs — even when Joe is on the bench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pipeline for estate planning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Get Google Screened — appear above all paid ads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Target Westchester homeowners on Facebook/Meta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geo pages: White Plains, Mount Vernon, more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Activate GBP posts to build 3-pack ranking signals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follow-up that runs without staff changes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Standardize Clio workflow from intake to close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online intake form above the fold on site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Deploy status updates so clients stop calling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Recover aged probate matters past 1-year target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Weekly coaching to build team accountability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Map each practice area to profit and time cost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Assign task owners so no case is ever orphaned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coverage protocol for any staff absence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profit plan showing what Joe keeps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LAW OFFICES OF JOSEPH A. MARRA,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LSA · Local SEO · Meta Ads · GBP mgmt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Masterminds · Quarterly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$7,500–$25,000/mo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$6,000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(5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$30,000 revenue · 4.0x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(18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$108,000 revenue · 4.3x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+ LSA for estate planning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GBP optimization and citation cleanup live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Clio intake-to-close workflow standardized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Elite Coach Plus kickoff — set 90-day plan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Client follow-up automation fully deployed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"The signings are booked to August. The reputation is built. What we build now is the system that works when Joe is on the bench — not just when he is in the room."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
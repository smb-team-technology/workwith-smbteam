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BLEDSOE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Bledsoe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4 vendors, no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17% close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New delegation to Kate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ROI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17% close rate wastes most of the $36K/mo already spent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4 disconnected vendors, no single view of what's working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mismatch and split Yelp listings dilute local SEO signal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201 reviews at 4.8 stars — a strong trust foundation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Minyard Morris LLP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out-paces on both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Jos Family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175+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direct OC rival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Cianci Law PC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 local office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Geo-conquesting Lake Forest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Bledsoe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201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BLEDSOE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Double Your Client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they do, John can open new offices without carrying the marketing and intake load himself.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17 → 20+ clients/mo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John steps back while the firm keeps growing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One partner replaces four disconnected vendors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NAP mismatch, merge split Yelp listings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Local Service Ads on existing reviews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review gap with Minyard Morris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ads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an AI Intake Qualifier to grade every 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Double the 17% close rate on leads already paid for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the contact form above the fold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defined follow-up sequence for cold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every lead Kate is already paying for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one dashboard across all marketing channels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Formalize Kate's authority over marketing and intake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value and cost per client by channel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real data before opening the San Diego office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John for strategy, not vendor management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BLEDSOE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$10,497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$12,497/mo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Local SEO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LEGAL AI WORKFORCE — FRACTIONAL CTO 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Custom Intake Qualifier · Claude Enterprise · CTO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$15,494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$2,800/mo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$5,500–$70,000/mo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 (practice 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(9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$36,000 revenue · 6.5×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(140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$560,000 revenue · 8.0×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consolidated Google Ads +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mismatch, merge split Yelp listings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the contact form above the 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Fractional CTO kickoff: build Intake Qualifier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One dashboard live, close rate climbing toward 20+/mo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"Kate runs marketing and intake — and I finally get to just practice law and open the next office."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
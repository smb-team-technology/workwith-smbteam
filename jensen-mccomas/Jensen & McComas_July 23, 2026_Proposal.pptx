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JENSEN &amp; MCCOMAS,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Jensen &amp; McComas, LLC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formal marketing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Leaky intake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ops owner yet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profit plan yet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Google Business Profile has zero reviews vs. established local rivals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A leaky intake process is the stated cause of the firm's growth plateau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profit plan tracks $85K Corporate matters vs. $20K T&amp;E engagements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Already diagnosed intake and hiring as the priority before marketing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Levin &amp; Gann, P.A.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BBB A+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AV Preeminent · decades est.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PK Law (Pessin Katz)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24 attorneys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Best Lawyers 2026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Caruso &amp; Zerwitz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Est. 1999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Long-tenured T&amp;E practice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Jensen &amp; McComas, 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0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JENSEN &amp; MCCOMAS,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$3M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must work together — for Jensen &amp; McComas, that starts with intake and team, not marketing. When Kristine can add five hires without building every system herself, the firm is ready to scale.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$1.2M → $3M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A firm built to hold what's coming next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Map today's intake workflow end to 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response-time and follow-up 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Give the AI intake tool a real process first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more referrals into signed clients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her from chasing every lead herself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the hiring plan for 5 new roles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Give operations a real owner besides her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Onboard admins without breaking today's team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Weekly coaching to build leadership habits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Let her step back from building every system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 (Phase 2)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for Corporate &amp; T&amp;E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Claim Google reviews competitors already have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errors across Avvo, BBB, directories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Local Service Ads once reviews are live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referrals into a real growth engine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JENSEN &amp; MCCOMAS,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FCOO ADVISOR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$3,797/mo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Intake design · hiring plan · weekly group coaching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$3,297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$500/mo by bundling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 (Phase 2): $5,500-$8,500/mo paid directly to Google/Meta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$20,000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(6 cases/mo):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$120,000 revenue · 21.8x ROAS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(11 cases/mo):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$220,000 revenue · 25.9x ROAS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FCOO kickoff — map today's intake workflow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Draft the defined intake process &amp; rules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hiring plan for the 5 scoped roles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First weekly group coaching session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NAP &amp; directory cleanup complete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"I want to build this firm to hold what's coming next — not just grow it and hope it holds together."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
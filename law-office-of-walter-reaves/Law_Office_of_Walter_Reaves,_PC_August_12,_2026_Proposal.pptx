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LAW OFFICE OF WALTER REAVES,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Law Office of Walter Reaves, PC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LSAs paused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2 people, no backup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One-person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Revenue cut in half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Losing ~5-6 cases/month (~$20K-$24K) to missed and unfollowed calls.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Revenue cut roughly in half by a failed merger, with no profit plan guiding the rebuild.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Zero active paid lead generation - LSAs paused while competitors run active campaigns.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45 years of board-certified reputation and an Avvo 'Superb' rating support the rebuild.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Dunham &amp; Jones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Not verified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Active ads, payment plans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Dunnam &amp; Dunnam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Not verified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"Best Law Firm in Waco"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Russell D. Hunt Sr.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6 (Avvo)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A+ BBB, 50+ yr veteran solo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Law Office of Walter Reaves, PC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5 (Avvo, 4.8★)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LAW OFFICE OF WALTER REAVES,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$500K+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together. When they do, Walter can finally rebuild the practice without carrying every part of it personally.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$250K → $500K+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Rebuild the practice, not just survive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Reactivate Local Service Ads - pay per lead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runs without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Temple &amp; Killeen pages to catch existing demand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Refresh the blog across every practice area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Put the Spanish FAQ library to work generating leads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losing 5-6 cases a month to missed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follow-up process for every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the overloaded assistant real backup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Convert leads already coming in - no new ad spend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call so nothing falls through the cracks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Weekly coaching to build structure beyond Walter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Get real visibility into cost per case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a specific, trackable revenue-recovery target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structure so the firm isn't one-person-deep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Revisit AI Workforce once revenue clears $500K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LAW OFFICE OF WALTER REAVES,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RECOMMENDED COACHING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coaching · Practice masterminds · Intake &amp; financial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$2,600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$897/mo vs. stand-alone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Phase 2 ad spend (once stabilized): $2,000-$5,000/mo direct to Google/LSA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$4,000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(Phase 2, ~2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$6,250 revenue · 3.1×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(Phase 2+, ~11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$42,400 revenue · 3.5×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Elite Coach kickoff - stabilize intake &amp; follow-up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lead-tracking workflow for Walter &amp; assistant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up basic monthly financial tracking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a repeatable follow-up sequence for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Evaluate reactivating Local Service 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"A 45-year reputation like this deserves a practice built to outlast one bad year — not just survive it."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
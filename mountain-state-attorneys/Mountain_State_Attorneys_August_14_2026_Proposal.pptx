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MOUNTAIN STATE ATTORNEYS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Mountain State Attorneys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LSAs paused, no SEO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Josh handles it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Solo + 1 paralegal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cost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Only paid channel (LSAs) has been dark for 5+ weeks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Josh personally handles every intake call, no delegation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hiring blueprint despite actively interviewing attorneys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96% personal close rate — proven sales skill, ready to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Susanne Gustin, Atty at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290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4.8★ crim. defense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Intermountain Legal, P.C.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169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family + crim overlap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JR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132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Best of SLC award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Mountain State Attorneys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Single digits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MOUNTAIN STATE ATTORNEYS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$1M+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 generation, intake, team, and profit — must work together. When all four work, Josh can finally shift from doing every case himself to building the firm he envisions.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$400K → $1M+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Build a firm that runs without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Resume LSAs — proven $190/lead 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Google Business Profile &amp; reviews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the unreviewed, 0.0-rated Avvo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daily landlord-tenant calls into revenue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contact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— no live chat today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Document Josh's 96% close-rate 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process any future hire can run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Josh from answering every single 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hiring &amp; onboarding blueprint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average case value &amp; cost per case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up a referral pipeline for declined cases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Plan profit, not just revenue, toward $1M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Josh 70-80% of his time back for growth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MOUNTAIN STATE ATTORNEYS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coaching · hiring blueprint · intake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GBP · Website · Google Ads · LSA · Meta 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$7,597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$1,597/mo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$5,500–$11,500/mo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$3,500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(6-7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$22.75K revenue · 4.1×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$56K revenue · 4.9×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— hiring blueprint begins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Resume LSAs at a controlled, measured budget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GBP, start review generation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Correct Avvo profile, fix NAP consistency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Referral pipeline live for landlord-tenant calls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"Josh has already proven he can close almost every case that reaches him — the empire he envisions starts with the foundation, not more casework."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
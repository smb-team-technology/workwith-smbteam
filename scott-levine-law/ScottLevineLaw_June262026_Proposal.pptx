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SCOTT LEVINE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Scott Levine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ads · 1 review found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intake staff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 — no team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cost-per-case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digital presence — zero ads, ~1 review, competitors have 89+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404 errors block Google from indexing key practice area content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Every inquiry runs through Scott — no intake structure in place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SB800 co-author: a credential no competitor in this market holds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Artemis Law Group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89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Del Mar · 2 mi · 4.9★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Naumann Law Firm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40+ yr firm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HOA focus · $500M recovered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Thorsnes Bartolotta McG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$2B recovered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Tier 1 ranked · 10 attorneys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Scott Levine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~1 confirmed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SCOTT LEVINE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Build a Consistent Case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SMB Team builds four pillars in parallel — marketing, intake, team, and profit. Each one feeds the others. Growth in only one creates chaos, not scale. When all four work together, Scott's 35-year credential set generates cases consistently — and he can finally choose which ones to take.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~$2M → $4M revenue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Cases come in — on his terms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live case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SB800 ads — no competitor can claim this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404s so Google can index the content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city pages: SD, Encinitas, La Jolla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1,000+ past clients asked for reviews — unlock LSA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 — leads won't wait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Simplify contact form — fewer fields, more leads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follow-up for prospects who don't sign day 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intake criteria before leads reach Scott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Every intake hour costs a litigation hour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intake coordinator — free Scott for litigation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up cost-per-case tracking from day one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KPI dashboard: leads → cases → revenue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Know profit per case type before scaling spend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Scale where profit follows — not just revenue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SCOTT LEVINE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Meta Ads · GBP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$10,597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$1,897/mo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$3,000–$12,000/mo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$50,000 (est.)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(2–3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~$100K revenue · ~33×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(9–10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~$500K revenue · ~42×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— KPIs and campaign strategy set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live — SB800 and HOA defect keywords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 starts — fix 404s, add landing pages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outreach to 1,000+ past clients begins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20+ reviews live, GBP optimized, LSA eligibility built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credentials are already there — 35 years, $50M recovered, and the law written in your name. The only thing missing is the system that makes them visible to every client searching right now."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
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CONNER &amp; ROBERTS,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Conner &amp; Roberts, PLLC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paid ads observed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Form buried below fold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Partners at 60+ hrs/wk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Manual collections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Zero paid search presence — competitors take every family law inquiry Conner &amp; Roberts never sees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Lisa at capacity: 60+ hr weeks with 10-20 hrs lost to manual retainer collections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3 phone numbers and 2 addresses indexed across directories suppress every local 3-pack result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102 Google reviews at 4.7 stars — the highest review volume of any Chattanooga family law firm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Ryan Hanzelik Attorney at Law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83 Google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5.0 ★ · family law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Horton, Ballard &amp; Pemerton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4.6 ★ NoogaFinder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100 yrs exp · family law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Angela C. Larkins, Atty.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36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Solo · CDFA credential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Conner &amp; Roberts, PLLC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102 reviews · 4.7 ★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Most reviews locally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Jonathan Farace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CONNER &amp; ROBERTS,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Build a Sellable Firm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Lead generation, intake, a self-managing team, and profit must all work together. When all four pillars run without daily partner involvement, Amelia and Lisa can step back and let the firm work for them — building something scalable, sellable, and worth owning.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$3M → $5M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Step back and let the firm work for you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paid client pipeline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Get Google Screened — 102 reviews qualify now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3 phone numbers suppressing 3-pack rank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Restart blog — inactive since January 2025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Facebook retargeting for website visitors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Move contact form above the fold today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automated after-hours response system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follow-up sequence for unsigned leads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Remove partners from billing escalation calls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lead-to-consult rate by channel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Automate collections — return 10-20 hrs to Lisa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AI review for uncontested divorce documents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Define roles for all 5 support staff members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monthly financial KPI dashboard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an ops layer that runs without partners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Jonathan Farace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CONNER &amp; ROBERTS,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$7,397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$8,997/mo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Google Ads · LSA · Meta · SEO · GBP optimization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MASTER'S CIRCLE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$4,600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$4,997/mo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masterminds · exit planning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$16,994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$2,797/mo by bundling all 3 packages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Ad spend: $3,500–$14,000/mo direct to Google/Meta  ·  AI Accelerator L2 also included: $4,997/mo bundled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$8,750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(3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$26,250 revenue · 7.5×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(17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$148,750 revenue · 10×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Ads &amp; LSA campaigns launched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Website form above fold; mobile CTA live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AI collections workflow built for Lisa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NAP corrected across all directories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AI doc review live; all KPIs on dashboard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“Build a scalable, sellable firm — so one day we step back as owners, not practitioners.”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Jonathan Farace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
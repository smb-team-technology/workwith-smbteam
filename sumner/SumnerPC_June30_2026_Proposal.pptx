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SUMNER &amp; ASSOCIATES,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Sumner &amp; Associates, P.C.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active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Buried contact 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Founder-dependent 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practice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ads on any channel — competitors win every Rochester Hills family law and estate planning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Contact form buried below fold — only a fraction of existing organic traffic converts to consultations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Google Business Profile performance unverified — 3-pack position at risk as competitors invest in reviews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4.9★ Avvo (150+ reviews) and AV Preeminent 2026 — exceptional credibility ready to be amplified online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Stage 6: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Little &amp; Boylan PLLC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47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paid family law ads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Rutkowski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~57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Asset Shield estate brand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Michigan Auto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3,000+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dominates Oakland County 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Sumner &amp; Associates, P.C.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Avvo: 150+ (★ 4.9)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SUMNER &amp; ASSOCIATES,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$125K/Month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When Lead Generation, Intake, Team, and Profit all align, a law firm grows beyond its founder. Scott's goal — a firm that runs without him — is exactly what this plan builds.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$750K → $1.5M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lead pipeline that runs daily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top of Google, pay per real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for family law and estate planning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Reclaim estate planning searches from Rutkowski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retargeting turns past visitors to clients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fold — stop losing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text option for evening visitors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Formalize intake scripts for Maryanne's team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follow-up for every new form submission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mobile speed — stop losing evening visitors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SOPs so the firm runs without Scott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KPI dashboards by practice area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case economics across all four offices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monthly profit target and track 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accountability structure for Sarah Aldred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SUMNER &amp; ASSOCIATES,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Website CRO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KPI scorecards · Intake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$3,800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(8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$30,000 revenue · 4.0×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(30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$115,000 revenue · 4.5×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and 90-day KPI alignment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launched — family law &amp; estate planning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verification submitted; Meta retargeting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CTA above fold; mobile speed addressed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digital cases closed; ROI review + Phase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“The leads are in this market — and right now, every one of them is going to someone else.”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
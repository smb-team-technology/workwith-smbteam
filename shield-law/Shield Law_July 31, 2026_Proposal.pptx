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SHIELD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Shield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SEO down 91%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Owner-run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delegation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volatile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SEO collapse cut new clients from 30/mo to 10-15/mo after the office 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Every directory checked still lists the old Brockton address and phone number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The only paid channel is $1,500/mo — far below what it takes to compete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122 five-star reviews already earned — ready to be reclaimed, not rebuilt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Levin and Levin, LLP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Est. 1933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Bellotti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Superb rtg.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10.0 Avvo · 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Ullian &amp; Associates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Award winner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40+ yrs · Bankruptcy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Shield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122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Not yet on Quincy listing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SHIELD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have to work together. When they do, Nick can finally step away and trust the firm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$45K → $200K/month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Reclaim the Quincy Google Business 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Estate Planning &amp; Family Law 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Consolidate 122 reviews onto the new listing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Local Service Ads — pay only per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 spend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real follow-up process for every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missed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so none slip through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buried contact form on the website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the leads you're already paying for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admin to Matt and Hunter — not just Nick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up baseline profit tracking by practice area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Plus delegation sessions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toward dropping the second job for good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$200K/month into a floor, not a stretch goal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SHIELD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SEO · Google Ads · LSA · Meta Ads · GBP rebuild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delegation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~$4,300 (blended)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(~10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~$44,600 revenue · ~6.0×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(~33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~$143,000 revenue · ~7.0×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&amp; LSA across all practice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&amp; optimize the Quincy Google Business Profile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consolidating 122 Brockton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Plus delegation sessions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Profit tracking live across every practice area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firm that runs whether I'm on a call or on a plane — and income I don't need a second job to protect."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
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NAJI INJURY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Naji Injury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75% from 1 vendor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16A34A"/>
                </a:solidFill>
                <a:latin typeface="Calibri"/>
              </a:rPr>
              <a:t>GREEN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88% conversion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 in every hire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On pace for $1M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Renting 75% of leads from a vendor with zero conversions since July 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Invisible in local search against Brown &amp; Crouppen and Schultz &amp; Myers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$3M/$7M revenue goals with no profit plan or margin visibility yet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88% conversion rate — the intake team is already a genuine strength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Brown &amp; Crouppen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38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St. Louis's top PI brand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Schultz &amp; Myers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812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4.9★ reputation leader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Cofman Townsley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13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50+ yrs, same submarket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Naji Injury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Unclaimed profile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NAJI INJURY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$3M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 generation, intake, team, and profit — must work together for growth to compound. When they do, Jamil gets the return on his hours he's after, not just more revenue.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$1M → $3M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Own the pipeline — scale without more hours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Replace the failing lead vendor with owned ads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Claim &amp; optimize Google Business Profile + Avvo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missing practice-area &amp; geo landing pages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LSA — pay per lead, above the map pack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that's truly yours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Protect the 88% conversion rate as volume grows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/ overflow coverage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Feed real volume to a team that's ready for it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conversion by channel as leads scale up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Make sure growth doesn't outpace your team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the next hire decision off your desk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profit plan before hitting $3M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Fractional CTO-led AI automation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 medical records &amp; billing follow-ups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 delegation habits with Elite Coach Plus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NAJI INJURY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Local SEO · Google Ads · LSA · Meta Ads · GBP + Elite Coach Plus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FRACTIONAL CTO — LEVEL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$3,797/mo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Custom AI automation built into your existing Claude AI setup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$13,994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$2,297/mo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$15,000–$50,000/mo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$5,000–$8,000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(5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$32,500 revenue · 2.2×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(20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$130,000 revenue · 2.6×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Ads, LSA &amp; Meta campaigns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Claim &amp; optimize GBP and Avvo profiles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Elite Coach Plus coaching sessions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Begin Fractional CTO AI automation build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New practice-area &amp; geo pages live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want more return on my hours — not fewer of them. Build me a firm that owns its leads, not one that rents them, and gets me to $3M without costing me more of myself."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
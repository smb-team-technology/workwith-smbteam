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OTOROWSKI MORROW AND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Otorowski Morrow and Golden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“We get five calls every day. Every day, a malpractice call. And most of them are junk.”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“If you're going to get calls, you need to… come up when somebody uses ChatGPT.”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Hidden spam links and 2 Google reviews keep the firm hard to find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About 800 cases a year are rejected, so most screening effort ends in a no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marketing budget or tracking, so spend can't be tied to signed cases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OTOROWSKI MORROW AND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Attract the Cases You Want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Clean the hidden spam links off your website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Fix your Google profile and grow real reviews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Target ads at the cases you want, not junk calls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FAQ pages that AI search can quote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Open a PI lane: trucking, auto, product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Cut the Junk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Free Your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a tap-to-call number and contact form up front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State which cases you don't take on your site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Screen callers before the phone ever rings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Explore dictation straight into intake records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Spend your days on cases worth taking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Inventory every SEO and ad vendor you pay today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Name one owner for marketing and vendors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marketing budget you can see and track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systems that don't depend on one person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Know what each signed case costs to attract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OTOROWSKI MORROW AND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$5,697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182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7468" y="1519428"/>
            <a:ext cx="1877059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$5,697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0628" y="3460051"/>
            <a:ext cx="224389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$7,500–$12,500/mo — to win high-intent Seattle med-mal searches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$5,000–$8,000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1B2A38"/>
                </a:solidFill>
                <a:latin typeface="Poppins"/>
              </a:rPr>
              <a:t>Conservative  (0.4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$2,400 revenue · 0.3×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(0.8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$5,100 revenue · 0.4×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AI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Local SEO and AI-ready FAQ content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Junk calls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Targeted ads and site content that screen case fit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Personal injury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PI campaigns and pages beside med-mal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reputation took forty years to build; the visibility to put the right cases in front of it — on Google and in ChatGPT — is what the firm is missing today."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
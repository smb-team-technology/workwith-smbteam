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FARIAS FIRM (DAVID FARIAS)</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Farias Firm (David Farias)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8</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website, GBP, or ads</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Owner handles all intake</a:t>
            </a:r>
          </a:p>
        </p:txBody>
      </p:sp>
      <p:sp>
        <p:nvSpPr>
          <p:cNvPr id="19" name="Rectangle 18"/>
          <p:cNvSpPr/>
          <p:nvPr/>
        </p:nvSpPr>
        <p:spPr>
          <a:xfrm>
            <a:off x="3401568"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Solo — zero support staff</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revenue target set</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Zero digital presence — invisible to every non-referral PI prospect in San Antonio</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David handles all intake and admin at 60–70 hrs/week — already at capacity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Cash flow tied to settlement timing with no reserve, no revenue tracking</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Established TTLA network generated immediate cases at launch — real demand proven</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Carabin &amp; Shaw</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~1,207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4.9 stars · owns the 3-pack</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George Salinas Injury</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~414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4.9 stars · bilingual mktg</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Gamez Law Firm</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~100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4.8 stars · 40+ yrs SA mkt</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Farias Firm (David Farias)</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0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FARIAS FIRM (DAVID FARIAS)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Build a Firm on Systems</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Four pillars must work together — Lead Generation, Intake, Team, and Profit. Missing any one means growth adds hours, not freedom. When all four are in place, David can focus exclusively on the courtroom work he built this firm to do.</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Referrals Only → Scalable Pipeline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Focus on trials, not on operations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Build full PI website with attorney bio live</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Claim GBP and start closing the 1,200-review gap</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Google Ads for PI keywords in San Antonio</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Activate Spanish-language market — 50-70% lower CPCs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Enroll in LSA — appear above every competitor online</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Set up after-hours answering for PI calls 24/7</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call script to qualify and convert leads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Install CRM so every lead source is tracked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Measure conversion rate from contact to signed case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Build intake that converts while David is in trial</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Set 12-month revenue target in first coach session</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Hire part-time assistant to free 15-20 hrs/week</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case costs vs settlements for profit clarity</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litigation cost reserve for settlement gaps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Create role clarity so David focuses on litigation</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FARIAS FIRM (DAVID FARIAS)</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Website · Google Ads (EN+ES) · LSA · Meta · GBP · SEO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$2,600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PI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$7,447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$1,747/mo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$7,500–$25,000/mo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$8,000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(5–7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~$48,000 revenue · 6.4×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(22–24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~$184,000 revenue · 7.4×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Ad accounts set up; GBP claim submitted</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Website build begins; intake script deployed</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GBP verified; review collection outreach starts</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Ads go live on first PI landing page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Coach kickoff: revenue target and 90-day plan set</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"You built this firm to try cases — let us build the systems that make everything else run without you."</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Michael Kopp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
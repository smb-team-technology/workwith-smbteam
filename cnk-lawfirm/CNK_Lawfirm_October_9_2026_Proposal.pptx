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CNK LAWFIRM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CNK Lawfirm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Referrals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Team still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Caroline signs 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margin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Every file waits for Caroline's signature, so each new case adds to her 80-hour week.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The website is a blank page Google is told not to index, so prospects find nothing.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Paralegals turn over every 4–5 months while another firm's caseload arrives in October.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Demand is real: new clients grew from 8–10 to 12–15 a month with no marketing.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Adam Afshin Habibi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Visible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Immigration · strong rating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Chidi Onukwugha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Rated listing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Immigration · 22 yrs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Elville &amp; Associates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Visible reviews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Estate planning · surfaces first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CNK Lawfirm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None found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CNK LAWFIRM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a Healthy 40-Hour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Growth needs lead flow, intake, team and profit working together. When all four work, Caroline can finally lead the firm and plan the Japan trip.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$400K → $1M+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Lead the firm, work 40 hours, take the Japan trip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Team 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Review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Weekly coaching to move from attorney to CEO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Written review standards for first-pass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Hiring plan to cut the 4–5 month turnover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Workflow playbooks so the team runs without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Be ready before October's new caseload lands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One main phone number across every listing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 contact form so prospects can reach you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Written intake script for new staff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Follow-up steps so no inquiry slips away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Start asking happy clients for reviews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Found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Know Your Numbers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Publish a real, findable website with your bio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Update your Google profile for Elkridge searches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time and cost by case type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AI handles reminders and inbox, hours come back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 plan that funds the 40-hour week and Japan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CNK LAWFIRM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coaching · Masterminds · Hiring plan · Workflows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9456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8658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8775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1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3464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AI for automation, reminders &amp; inbox · Weekly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$2,950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$897/mo by 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138531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4" y="138531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kickoff and goal-setting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93395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193395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workspace setup and first Skill deployed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48259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248259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First written review standards and intake steps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98094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30632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03123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3123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Weekly coaching and AI sessions keep building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healthy 40-hour week, a team that carries the work, and the Japan trip with my family."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
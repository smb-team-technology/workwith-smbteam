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CHASE INJURY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Chase Injury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live GBP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intake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— zero staff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Pre-revenue startup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GBP stuck since launch — invisible in every local search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Google Ads: 200 daily visitors and zero qualified leads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Solo op from Portugal with no intake system or team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Strong brand: 10+ yrs, former prosecutor, compelling story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Anidjar &amp; Levine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1,696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Fort Lauderdale dominant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Rosenberg &amp; Rosenberg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957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Broward County coverage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Lyle B. Masnikoff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5.0 stars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Workers' comp PPC specialist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Chase Injury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CHASE INJURY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$250K in Year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plan — all four must work together. When they do, Michelle can generate real income from Portugal without managing the firm hour by hour.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$0 → $250K — Year One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Income that works from Portugal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Google Ads — workers' comp keywords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Resolve GBP: unlock 3-pack and LSA together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LSA: top of Google, pay per real call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lead pipeline from Portugal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reviews — close the gap with competitors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Embed contact form above fold on homepage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Auto-confirm every inquiry — no gaps at night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Intake script: qualify leads without you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Follow-up sequence: no lead falls through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Close the Portugal time zone gap for good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NAP: one city, one signal to Google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intake coordinator — remove the bottleneck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Break-even model: know your monthly target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cost-per-case by channel every month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the plan that sustains life in Portugal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CHASE INJURY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ESSENTIALS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N/A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Local SEO · Website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Intake system · Break-even modeling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$5,997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$3,000–$7,500/mo paid directly to Google/LSA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$25,000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(1 case/mo):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$25,000 revenue · 8×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(3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$75,000 revenue · 10×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launch — workers' comp keywords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verification resolved; LSA eligibility unlocked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fixed; homepage contact form moved above fold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Intake system + after-hours coverage protocol built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Break-even model complete; case targets set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"A firm that rings your phone in Portugal — that's exactly what we're building."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
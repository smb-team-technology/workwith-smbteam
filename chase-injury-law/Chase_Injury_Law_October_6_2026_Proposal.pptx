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CHASE INJURY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Chase Injury Law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Referrals + 1-wk ad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Covered 5 AM–7 PM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2 people do it 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Cost per case 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First ad test: 6 clicks, 0 calls; mobile site scores 29/100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Inquiries after 7 PM Florida time have no one to answer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About 70% of clients are referrals, not a repeatable 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An 82% referral close rate shows the firm wins cases it talks 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Anidjar &amp; Levine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Far larger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PI + workers' comp · landing pages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Rosenberg &amp; Rosenberg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Review count unconfirmed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Advertises 24/7 availability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Lyle B. Masnikoff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Review count unconfirmed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Fort Lauderdale landing pages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Chase Injury Law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Review count unconfirmed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CHASE INJURY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8–10 New Cases a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Leads, intake, team, and profit all have to work together. When all four do, Charles can run the firm instead of just working in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8–10 new cases a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Run the firm and own the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Google Lead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Rebuild Google ads around injured-worker searches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Local Service Ads for top-of-page trust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YouTube and ChatGPT visibility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Fix 29/100 mobile speed so clicks become calls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Learn marketing from monthly reports you 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Choose an after-hours intake option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Answer every inquiry, day or night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calls through to signed cases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Set the GBP category to Workers' Comp Attorney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reviews so injured workers trust you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Know what each signed case costs from week 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down marketing and intake playbooks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Plan the associate hire at 75–100 cases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Run the firm from anywhere, not just the phone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Set a dollar target to guide ad spend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CHASE INJURY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$2,497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YouTube · ChatGPT visibility ·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$2,497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$1,000/mo by bundling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Ad spend: $8,000–$9,000/mo — to reach injured workers across Florida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$4,375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(~7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$31,250 revenue · 3.9×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(~9–10 cases/mo):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$42,200 revenue · 4.7×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2784348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1–7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2784348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Checklist, platform access, portal &amp; welcome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3131820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8–14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3131820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Strategy Call with full team + 3 budget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479292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15–30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479292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Campaign builds begin + homepage design delivered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76472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00016" y="385876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3826763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30–90+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4" y="3826763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reporting, check-ins &amp; optimization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"Charles opens the dashboard from Portugal, sees exactly what each case cost, and knows the marketing is his."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
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RMD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RMD Law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46304" cy="3867912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$50K/mo on Yelp Ads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28% conv., no funnel 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AMBER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Owner still decides mix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revenue figure given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Signings dropped from 50/mo to 30/mo despite steady $80K/mo spend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Invisible in the local 3-pack in Sacramento, San Diego, San Bernardino, Austin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LSAs underperforming — aged accounts, poor ranking, low-quality leads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Irvine review footprint (251) already beats every named local competitor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57800" y="960120"/>
            <a:ext cx="3886200" cy="386791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1024128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57800" y="1024128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0" y="1042415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0" y="1243584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4: Small Business Manager  →  Goal: Stage 6, Law Firm Owner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394960" y="1920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57800" y="21762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13248" y="22219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Demas Law Group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0336" y="22219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668 reviews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3024" y="2240279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Dominates Sacramento pack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57800" y="2523744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13248" y="2569463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Thomas J. Henry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0336" y="2569463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3,083 reviews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193024" y="2587751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Dominant Austin brand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257800" y="2871216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13248" y="2916936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The Dominguez Firm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260336" y="2916936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28 reviews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93024" y="2935224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Same building, San Bernardino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257800" y="3218688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257800" y="3218688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13248" y="326440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RMD Law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60336" y="326440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251 reviews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193024" y="328269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RMD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50+ Signings/Month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1042415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097280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1335024"/>
            <a:ext cx="2267712" cy="15727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— marketing, intake, team, and profit — have to work together. When they do, Michael can finally step back from deciding channel mix and market entry himself, and let each new city run on a system.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2999232"/>
            <a:ext cx="2487168" cy="74980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0175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30 → 50+ cases/mo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291840"/>
            <a:ext cx="228600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Every new market runs itself, not through Michael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Rebuild the aged, underperforming LSA account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coordinated Google + Meta ads, 5 markets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Fix NAP consistency across every directory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Win the Sacramento &amp; San Bernardino local pack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Turn ad spend into a system, not a guess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leads before they become “qualified”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after-hours coverage across 2 time zones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Find why signings dropped from 50 to 30/mo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a full-funnel view, not just 28% conv.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Recover cases without spending another dollar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Add a Fractional COO Director for multi-market ops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Master's Circle group coaching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Build profit-per-case-type visibility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Resolve the employment law site decision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Let new markets run without Michael's input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RMD LAW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DOMINATE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$10,497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$12,497/mo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SEO · Google Ads · LSA rebuild · Meta Ads, 5 markets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MASTER'S CIRCLE + FCOO DIRECTOR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$8,394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$10,794/mo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Group coaching · masterminds · dedicated Ops Director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$18,891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$4,400/mo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$19,500–$54,000/mo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$5,000–$8,000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(~5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$32,500 revenue · 1.7×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(~18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$117,000 revenue · 2.2×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Kick off LSA rebuild + coordinated ad launch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NAP consistency fixed across directories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Master's Circle coaching + FCOO Director begin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Full-funnel intake tracking stood up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Mobile fixes live, 5-market SEO push underway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"Every city we enter should run itself — not go through me."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Jacob Meissner | SMB Team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
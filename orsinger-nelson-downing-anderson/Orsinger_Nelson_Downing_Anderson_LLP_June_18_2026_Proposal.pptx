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ORSINGER, NELSON, DOWNING &amp; ANDERSON, LLP</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Orsinger, Nelson, Downing &amp; Anderson, LLP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7</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22 vs. 226 reviews</a:t>
            </a:r>
          </a:p>
        </p:txBody>
      </p:sp>
      <p:sp>
        <p:nvSpPr>
          <p:cNvPr id="14" name="Rectangle 13"/>
          <p:cNvSpPr/>
          <p:nvPr/>
        </p:nvSpPr>
        <p:spPr>
          <a:xfrm>
            <a:off x="2542032"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D97706"/>
                </a:solidFill>
                <a:latin typeface="Calibri"/>
              </a:rPr>
              <a:t>AMBER</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No intake process</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Calibri"/>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Team of 2, no roles</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Revenue undisclosed</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X</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22 reviews vs. Coker Robb's 226 — nearly invisible in Frisco map pack</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X</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Zero paid ads — competitors capture Frisco divorce search traffic daily</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X</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No intake follow-up — high-value cases lost to faster respondents</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4.8-star rating — highest average in the competitive set</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4: Small Business Manager  →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Coker, Robb &amp; Cannon</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226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Frisco · map pack dominant</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Hargrave Family Law</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115+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4.9 stars · Dallas/Frisco</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Moore Family Law, P.C.</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100+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PPC active · Frisco</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Orsinger, Nelson, Downing &amp; Anderson, LLP</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22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ORSINGER, NELSON, DOWNING &amp; ANDERSON, LLP</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Reclaim the Frisco &amp; Dallas Market</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Lead Generation, Intake, Team, and Profit — four pillars that must work together as one system. When all four are running, Jeff can practice the complex family law he spent 30 years mastering, without managing vendor failures or being the bottleneck in his own growth.</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+20% More Leads Now · Full Scale in 6 Months</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Practice law without managing marketing problems</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Build reviews to close the 10x Coker Robb gap</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Switch GBP to Divorce Attorney primary category</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Launch PPC: board-certified divorce, tightly targeted</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Fix NAP across all directories — recover rankings</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Turn Google into a client pipeline that runs itself</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Add same-day follow-up for every new inquiry</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Give Alicia a dedicated intake role from ops</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Add homepage contact form above the fold</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Set up after-hours response for off-hours calls</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Track every lead from first contact to signed client</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Build org chart before the 6-month hiring round</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Define Jeff-the-attorney vs. Jeff-the-business-owner</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Create role accountability structure before new hires</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Track ROI by case type: which cases earn the most</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Model expansion costs against revenue before committing</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ORSINGER, NELSON, DOWNING &amp; ANDERSON, LLP</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GROWTH</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$11,397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$11,997/mo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Google PPC · GBP optimization · Review gen · SEO · Meta</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 PLUS</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$3,200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coaching · Practice masterminds · Quarterly workshops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$14,597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$897/mo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$3,500–$7,000/mo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$15,000</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(2–3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$37,500 revenue · 10.7x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(6–7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$97,500 revenue · 13.9x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Launch targeted Google Search ads for Frisco divorce</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Audit and correct NAP across all major directories</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Optimize GBP categories; launch review campaign</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Website tech audit + homepage video brief</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Elite Coach onboarding: intake + team framework</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"I have the credentials and the track record. I just need a partner who makes the digital side match what I have built over 30 years."</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
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LAW OFFICES OF DAVID BLIVEN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Law Offices of David Bliven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NAP inconsistency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40–73% no-show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KPIs / underutilized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$100K+ AR, no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40–73% no-show rate — $500K+ in uncaptured annual revenue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Paralegals billing 10 hrs/wk — $50K+/mo unused billing capacity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$100K+ outstanding AR with no collections workflow in place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147 Google reviews — 3–9x ahead of every White Plains competitor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Stage 6: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Nolletti Law Group PLLC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16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 Super Lawyers attys · premium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Douglas Family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47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5-star boutique · mediation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Johnson &amp; Cohen LLP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Not indexed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Multi-atty · full digital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Law Offices of David Bliven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147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· 4.8★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LAW OFFICES OF DAVID BLIVEN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$2M by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 — missing any one means growth stalls regardless of ad spend. When all four pillars are aligned, David can build the firm he envisioned: one that generates revenue without him in every role.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$750K → $2M+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Pay yourself what you've earned — step 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inconsistency — turn 147 reviews into rankings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Google Screened LSA for both offices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Expand ads to all 4 practice areas + urgency terms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Monthly GBP posts from Divorce Wars video series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client pipeline that runs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Clio Grow reminders live — 24hr before every consult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show-rate KPI — track weekly, intervene monthly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No-show follow-up sequence — recover lost leads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response time SLA — no lead unanswered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Conversion rises 15% → 25%+ without extra ad spend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Paralegal utilization targets — 25+ hrs/wk each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Associate onboarding framework before August hire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AR collections workflow inside Clio Manage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KPI dashboard — profit, utilization, AR weekly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David practices law, not ops — systems run the firm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LAW OFFICES OF DAVID BLIVEN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Video Growth · SEO · NAP cleanup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Intake KPIs · Team framework · AR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$3,500–$14,000/mo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$25,000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(2–3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$62,500 revenue · ~18×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(10–12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$262,500 revenue · ~19×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Ads audit + NAP directory corrections begin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Clio Grow reminders live + intake KPIs set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AR collections workflow built in Clio Manage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Associate onboarding framework complete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Show rate 75%+, paralegal billing at target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"Build a firm that runs without me as the firefighter — so I can grow without burning out and finally pay myself what I'm worth."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
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DYNASTY LEGAL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Dynasty Legal Documents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3 vendors, no 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Only she answers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employees yet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margin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Melissa personally handles every lead, call, and case at both locations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Two phone numbers and inconsistent listings undercut her own ad spend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Named competitors are outpacing her on reviews, footprint, and tenure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A 5.0-star reputation already driving real, steady demand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Affordable Legal Document Specialists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23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after-hours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AZ Legal Documents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Multi-loc.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Gilbert/Tempe/Mesa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Legal Document Prep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Est. 1988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Decades of tenure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Dynasty Legal Documents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27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DYNASTY LEGAL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$30K/Month, Consistently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leads, intake, team, and profit — have to work together. When they do, Melissa can finally step back and bring on the help she needs.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$30K → $60K/Month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A team that finally shares the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coordinated PPC, LSA &amp; Meta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across Google, site &amp; directories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bio page that builds instant trust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Win local searches for family law needs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ads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real follow-up sequence for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beyond the form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which lead source actually converts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losing paid leads before you call back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your evenings from chasing every lead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weekly coaching &amp; accountability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systems your next hire can use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 by practice area, not just revenue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the plan that gets you to $60K/month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the system that finally hires for you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DYNASTY LEGAL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SEO · LSA · Google PPC · Social · GBP (2 locations)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group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$7,597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$1,597/mo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$6,700–$14,300/mo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$1,200–$1,500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(9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$11,700 revenue · 1.7×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(22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$29,700 revenue · 2.1×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Ads &amp; vendors move under one coordinated team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fixed across Google, site &amp; directories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Bio page live; local content underway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weekly sessions begin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Review-generation program closes the Yelp gap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"A practice that runs without me answering every call — so I can finally bring someone on to help carry it."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
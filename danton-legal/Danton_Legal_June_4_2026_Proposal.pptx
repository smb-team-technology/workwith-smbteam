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DANTON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Danton Legal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web, GBP, or 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website or forms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Solo, no staff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Referral-dependent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dantonlegal.com is blank — no client can find or contact the firm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GBP or reviews = zero local search visibility in Pasadena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Competing IP firms run ads; Danton Legal has no presence at all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39 years of IP excellence: HP, Sony Records &amp; Microsoft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Soni Law Firm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11+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Same ZIP · IP/entertainment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Cotman IP Law Group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9+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Pasadena #1 IP firm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Mandour &amp; Associates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3+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Running Pasadena IP ads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Danton Legal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DANTON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Build the Danton Legal Brand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together. When each pillar is built, Danton Legal generates clients and income under your own name — independently of any referral or prior employer.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Build Danton Legal's Client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A practice that carries your name — and runs on its 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website with IP &amp; entertainment law pages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Claim and optimize Google Business Profile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address conflicts across Avvo, Justia, State Bar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Run Pasadena IP &amp; trademark Google Ads campaigns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client pipeline that runs itself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consultation request form to the new website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48-hr follow-up for every new inquiry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Create after-hours contact and callback process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up a system to track every lead and inquiry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Every IP inquiry becomes a scheduled consultation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revenue by case type — find what pays best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monthly revenue and profit targets quarterly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Plus kickoff: intake + business plan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Plan first hire: paralegal or intake coordinator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Own your numbers before you scale the team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DANTON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Local SEO · GBP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1:1 calls · Masterminds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$6,000–$6,500/mo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$7,500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(~7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~$52,500 revenue · ~8.8×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(~10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~$75,000 revenue · ~11.5×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Pasadena IP/trademark terms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+ launch Danton Legal website with IP pages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Create and fully optimize Google Business Profile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Audit + correct NAP across Avvo, Justia, Lawyers.com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Plus kickoff: intake + financial plan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"After 39 years of building other firms' reputations, Danton Legal is the name clients search for, find, and hire — starting now."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
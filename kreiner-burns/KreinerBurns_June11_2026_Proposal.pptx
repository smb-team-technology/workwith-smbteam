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KREINER BURNS LLP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Kreiner Burns LLP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100% referrals, 0 ads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Form leads not received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Partners handle it all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financial roadmap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Invisible online: no GBP, no ads, no local presence in any market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Form leads route to 3rd party — cases lost with no awareness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60-70% revenue in 1-2 clients — a single departure is catastrophic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$900K revenue and 75-80% close rate prove the firm can convert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The Epstein Law Firm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169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Comml. litigation NJ · 4.8★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Smith Eibeler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117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Employment law NJ · 4.8★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Frank P. Marciano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61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Family law Hoboken · 4.1★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Kreiner Burns LLP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~0 confirmed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KREINER BURNS LLP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$2M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generation, intake, team, and profit must all work together — fix one without the others and growth stalls. When all four pillars are aligned, Tom, Seth, and Peter can step back and trust that the firm generates $2M without them in every conversation.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$900K → $2M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Build a firm that scales beyond the founders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client pipeline that runs itself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LSA in NJ and PA across 3 practice areas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NAP across directories — end the SEO penalty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GBP into a competitive asset in all 4 markets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Meta ads for family law in Hoboken and Hudson County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form routing — stop losing cases you don't know about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Move contact form above the fold + add booking widget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who handles leads and by what deadline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a 48-hour follow-up for all marketing leads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Convert the 8-10 monthly targets into signed clients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Map $900K-to-$2M roadmap by practice area + market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partner accountability for each practice area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ops structure to support new associate hires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revenue by case type to find your real margin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Eliminate the 60-70% client concentration risk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KREINER BURNS LLP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$5,697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Meta · Website · GBP · Directories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176272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2212848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TOTAL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414015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$5,697 / 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0048" y="2414015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Standalone pricing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" y="2889504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916936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$3,500–$7,000/mo paid directly to Google/Meta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$5,000 (default)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(3–4 cases/mo):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~$17,500 revenue · ~5× ROAS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(8–9 cases/mo):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~$42,500 revenue · ~6× ROAS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Coaching kickoff + intake audit begins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+ LSA launch in NJ and PA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Form routing fixed; intake protocol live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NAP corrections across all directories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Full pipeline reporting by practice area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"The goal is $2 million — not because we worked harder, but because we built a system that generates clients whether we show up or not."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
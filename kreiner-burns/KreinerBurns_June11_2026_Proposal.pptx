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KREINER BURNS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Kreiner Burns LLP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referrals, 0 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Form leads not received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Partners handle it 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financial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Invisible online: no GBP, no ads, no local presence in any market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Form leads route to 3rd party — cases lost with no awareness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60-70% revenue in 1-2 clients — a single departure is catastrophic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$900K revenue and 75-80% close rate prove the firm can convert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Epstein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169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Comml. litigation NJ · 4.8★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Smith Eibeler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117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Employment law NJ · 4.8★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Frank P. Marciano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61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Family law Hoboken · 4.1★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Kreiner Burns LLP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~0 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KREINER BURNS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$2M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fix one without the others and growth stalls. When all four pillars are aligned, Tom, Seth, and Peter can step back and trust that the firm generates $2M without them in every conversation.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$900K → $2M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Build a firm that scales beyond the founders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client pipeline that runs itself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in NJ and PA across 3 practice areas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across directories — end the SEO penalty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GBP into a competitive asset in all 4 markets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ads for family law in Hoboken and Hudson County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form routing — stop losing cases you don't know about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above the fold + add booking widget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who handles leads and by what deadline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48-hour follow-up for all marketing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the 8-10 monthly targets into signed clients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Map $900K-to-$2M roadmap by practice area + market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partner accountability for each practice area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ops structure to support new associate hires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revenue by case type to find your real margin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Eliminate the 60-70% client concentration risk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KREINER BURNS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· Website · GBP · Directories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Intake protocol · Revenue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$3,500–$7,000/mo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 (default)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(3–4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~$17,500 revenue · ~5×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(8–9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~$42,500 revenue · ~6×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+ intake audit begins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launch in NJ and PA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Form routing fixed; intake protocol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corrections across all directories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Full pipeline reporting by practice area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goal is $2 million — not because we worked harder, but because we built a system that generates clients whether we show up or not."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
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GAYDOS LAW,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Gaydos Law, P.C.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Waning referrals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CRM / lead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formal leadership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margin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A waning referral flywheel is the firm's only real client source, with no scalable system replacing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Near-zero organic visibility outside personal injury is losing estate planning and probate cases to competitors.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With no CRM or lead tracking, referrals and inquiries can be lost with no way to see it happening.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An 8-person team and a 30-year office manager already provide real, informal delegation to build 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Solo Practitioner  →  Goal: Self-Managing, Multi-Generational Firm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Pribanic &amp; Pribanic,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Est. PI specialist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Same street, White Oak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TopDog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Regional presence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Pittsburgh-wide reach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Gaydos Law referral base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Waning over 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35+ yr family legacy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Gaydos Law, P.C.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Review data unconfirmed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GAYDOS LAW,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Build a Firm That Outlasts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 Generation, Intake, Team, and Profit — must work together. Missing any one means growth stalls no matter how strong the others are. When all four work together, Joseph can finally build a firm that runs on its own systems, not on him.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Referral-Only → Multi-Channel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Build something built to outlast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LSA for Family Law and Probate leads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title tag and H1 SEO issues found on the site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dedicated Family Law and Probate pages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PPC at month 3 to scale to $7,500/mo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paid search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every referral so none go unseen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Stand up a CRM to capture every inbound lead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coverage so no call goes unanswered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Protect the referral flow you already depend 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Match every call to what the Gaydos name promises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Formalize the leadership your office manager carries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financial visibility by practice area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to build that leadership structure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Create a structure that runs without you in the room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firm your daughter could one day step into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GAYDOS LAW, P.C.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LSA for Family Law &amp; Probate · SEO fixes · Landing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$7,597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You save $1,597/month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$3,000–$5,000/mo, ramping to $7,500/mo at month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FL $5K · Probate $20K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Phase 1 — LSA  (~7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~$95,000 value · 23.8×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Phase 2 — LSA+PPC  (~13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~$170,000 value · 22.7×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LSA for Family Law and Probate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on-page SEO title tag and H1 issues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Begin Family Law and Probate landing pages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Stand up lead tracking across referrals and ads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PPC, scaling total ad spend to $7,500/mo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"Your father built a name that has carried this firm for 35 years — now build the system that lets it carry the next generation, too."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
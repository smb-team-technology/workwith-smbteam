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THE LAW OFFICE OF ANGEL WHITE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The Law Office of Angel White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owned lead 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Phone-only CTA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Solo runs 2 offices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margin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Every visitor who won't call leaves with no way to reach the firm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3 named competitors out-review the firm 39-178 vs. 24, and Alabama has zero visibility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With no team beyond Angel, growth to $500K just means more personal load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A 5.0 rating already outranks all 3 named local competitors' star ratings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Don F. DeFoor, PC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178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35+ yrs incumbency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Scott K. Camp &amp; Assoc.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113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SEO-built EP pages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SR Law Group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39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4.9★ boutique brand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The Law Office of Angel White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24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THE LAW OFFICE OF ANGEL WHITE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$500K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Lead generation, intake, team, and profit work together as one system. When all four are firing, Angel can finally step away from day-to-day operations and lead as CEO.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$250K → $500K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PPC &amp; LSA for Estate Planning, Probate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Claim Alabama's market before a competitor can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geo pages for Villa Rica, Carrollton, Austell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Replace pay-per-lead vendors with an owned channel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ads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Move the contact form above the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Give after-hours visitors a way to reach you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defined follow-up process for new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Capture leads the site already attracts, free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Stop losing leads before they reach your desk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your first delegation plan for intake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leadership support as Alabama scales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cost per acquisition by lead source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Get real margin visibility across both offices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growth into profit, not just more work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THE LAW OFFICE OF ANGEL WHITE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Website · SEO · LSA · Google PPC · Social — covers GA &amp; 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$7,597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$1,597/mo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$5,500–$13,500/mo paid directly to Google/LSA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$2,250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$14,175 revenue · 2.6×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(18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$41,625 revenue · 3.1×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PPC &amp; LSA campaigns for the GA market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Stand up Alabama's Google Business Profile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Move the contact form above the fold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delegation plan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geo pages for nearby cities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want to transition from daily operations to a CEO role — and finally get my work-life balance back."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
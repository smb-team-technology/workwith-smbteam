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MCADOO ESTATE PLANNING, LLC</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McAdoo Estate Planning, LLC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6</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D97706"/>
                </a:solidFill>
                <a:latin typeface="Calibri"/>
              </a:rPr>
              <a:t>AMBER</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Generalist ad vendor</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after-hours coverage</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Scott is the bottleneck</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financial visibility</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Homepage still leads with probate, not estate planning.</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3 mismatched NAP listings undermine your local SEO trust.</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Ad spend rose to $8K/mo with no cost-per-case tracking.</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Your 4.9-star, 273-review profile beats every named competitor.</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Morgan Legal Group</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154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5.0★ · geo pages</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Roman Aminov</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41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5.0★ · branch page</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Simon &amp; Gilman</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128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4.4★ · Queens Blvd</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McAdoo Estate Planning, LLC</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273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MCADOO ESTATE PLANNING, 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$500,000/Month</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All four pillars — marketing, intake, team, and profit — must work together, or growth stalls no matter how much you spend on ads. When all four work together, Scott can finally stop patching every gap by hand and start running the firm instead of rescuing it.</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$3M → $6M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Systems that run without you holding it together</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Replace Grow My Ads with legal-specific ads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Rebalance the site to lead with estate planning</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Fix NAP data across Avvo, Justia, Yelp</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Build geo pages for Queens Village, Hollis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Turn Google Ads into a pipeline that runs itself</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Add after-hours lead coverage</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Automate CRM hygiene, stop manual tracking</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Build a follow-up sequence for cold leads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Streamline the consultation booking flow</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Free Scott from chasing every lead by hand</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Take vendor coordination off Scott's plate</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Launch Elite Coach Plus for Kim and Scott</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cost-per-case across every practice area</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Bring the Garden City office fully online</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Build a firm that runs without Scott doing it all</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MCADOO ESTATE PLANNING, 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PLATINUM</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$15,997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$18,997/mo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Legal-specific ads · Local SEO/NAP · Geo pages · Meta launch</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$19,197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$3,297/mo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$3,500–$14,000/mo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$1,500–$3,000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(3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$6,750 revenue · 1.9×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(25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$56,250 revenue · 4.0×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Launch legal-specific Google Ads &amp; LSA mgmt</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Clean up NAP across Avvo, Justia, Yelp</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Rebalance site toward estate planning</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Launch geo pages &amp; Meta retargeting</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Kick off Elite Coach Plus with Kim &amp; Scott</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"I want a system that runs the marketing and intake — so I'm not the one patching every gap."</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
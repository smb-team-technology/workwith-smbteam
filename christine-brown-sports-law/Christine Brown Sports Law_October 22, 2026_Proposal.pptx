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CHRISTINE BROWN SPORTS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Christine Brown Sports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“I'm having to be on every inquiry in order for us to get the work.”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“We might do four inquiries in a day, and that basically is four hours out of the day… it's just eating into our billable time.”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“We've got the bones, but in terms of getting everybody to follow the processes or procedures… we haven't gotten there yet.”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clear consultation button, and the intake form is linked off the homepage.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Growth keeps landing on Christine until workflows carry the repeatable work.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Phone visitors likely leave before the site loads: mobile performance is 28/100.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CHRISTINE BROWN SPORTS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for a Firm That Scales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Put AI to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for Your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Kick off with your Fractional CTO and map repeat work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Deploy the first AI skills for drafting and research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Roll out AI Workforce Pro to all 12 seats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one custom automation each month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Free attorney hours for athletes, coaches, and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clear consultation button above the fold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Embed the intake form right on the homepage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Speed up the mobile site from 28/100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response and follow-up standard for inquiries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more of the visitors you earn into clients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weekly operating rhythm with your FCOO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Give every role clear goals and accountability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monthly profit snapshot by matter type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Let decisions happen without waiting on you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Join weekly coaching and law-firm masterminds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CHRISTINE BROWN SPORTS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LEGAL AI WORKFORCE — FCTO L1 + AI WORKFORCE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$5,734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8611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8898" y="1519428"/>
            <a:ext cx="186563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FCTO $3,797/mo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Monthly fCTO session · AI skills · automations · 12 seats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FCOO 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4891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5177" y="2570988"/>
            <a:ext cx="191935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Ops leadership · Weekly group coaching · Workshops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$9,031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9823" y="3460051"/>
            <a:ext cx="228470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$1,000/mo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Repetitive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Monthly AI skills, rolled out to all 12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Escalations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FCOO builds rhythm + role-level accountability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Follow-up gaps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Defined inquiry process, built as an automation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credentials, the team, and the reputation are already in place — what is missing is the system that lets the firm run on them instead of on Christine alone."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
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OFFICES OF RICKY MALIK,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Law Offices of Ricky Malik, P.C.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Marginal gains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Spanish-accent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Ricky is 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Ricky absorbs every problem his team should catch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Spanish-accent intake bias caps non-Hispanic 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profit visibility beyond monthly retainer counts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391 five-star reviews outrank every named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Murray Osorio PLLC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183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Fairfax · 4.9★, broad reach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Alcock &amp; Associates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97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Manassas · same market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SRIS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19+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Fairfax · multi-practice scale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Law Offices of Ricky Malik,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391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OFFICES OF RICKY MALIK,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30 Retainers/Month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gen, intake, team, and profit — have to work together. For Ricky, the missing piece isn't leads; it's a team that runs the systems already in place. When all four work, Ricky can finally step back from daily firefighting and run the business instead of the caseload.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15-16 -&gt; 30 retainers/mo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from daily firefighting, for good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Fix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Operational Bottleneck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Get an FCOO enforcing SOPs, not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Coach your team into A-players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2-of-8 A-player turnover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Formalize the associate-attorney handoff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you for business-level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Leads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Spanish-accent intake bias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leads to Smith.ai drop-offs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non-Hispanic-facing intake path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average case value per matter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Convert more of the $5K/mo you already spend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AI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the 'Ricky GPT' SOP-enforcement tool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Deploy Fractional CTO Level 1 support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Install real profit &amp; case-value tracking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Confirm PageSpeed &amp; fix quick website wins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Prep Phase 2: Spanish-language ad campaign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OFFICES OF RICKY MALIK,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ELITE COACH PLUS + FCOO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$5,694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$7,294/mo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FCOO SOP enforcement · A-player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FRACTIONAL CTO LEVEL 1 (LAW)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Claude Enterprise · AI Skills · SOP automation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$8,991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$2,100/mo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Phase 2 ad spend (not now): $8,000-$15,000/mo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$4,500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(12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$54,000 revenue · 6.8x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(28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$126,000 revenue · 8.4x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Kickoff Elite Coach Plus + FCOO Advisor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FCOO begins team deep-dive &amp; SOP audit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Fractional CTO L1 + AI Foundation Sprint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PageSpeed re-check &amp; website quick-win fixes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Case-value tracking live; Phase 2 ads scoped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built this firm one relationship at a time. I don't need more hustle - I need a team that runs it while I finally get to lead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
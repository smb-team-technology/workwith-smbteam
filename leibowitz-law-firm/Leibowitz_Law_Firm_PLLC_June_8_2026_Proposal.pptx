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LEIBOWITZ LAW FIRM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Leibowitz Law Firm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Not in 3-pack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Broken form, no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Solo, no delegation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unconfirmed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in 3-pack — fewer than 10 reviews vs. 1,207 for top competitors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 NAP directory errors actively suppressing local rankings — zero-cost fix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Broken contact form sends motivated prospects to competitors before Jake knows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16-year bilingual PI attorney with 4-county South Texas reach — rare advantage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Carabin Shaw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1,207+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Dominates 3-pack + paid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George Salinas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414+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Paid + LSA active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Thomas J. Henry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Statewide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Mega-firm · Full SA presence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Leibowitz Law Firm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&lt;10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LEIBOWITZ LAW FIRM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Marketing, intake, team, and profit must all work together — a gap in any one pillar stalls growth regardless of ad spend. When all four are working, Jake can be fully present for his family and choose only the high-value cases worth his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$500K → $1M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Present for family — firm runs without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Practice area pages in English and Spanish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in 3 directories — lift local rankings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review program — goal: 50+ in 6 months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+ optimize Google Business Profile fully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bilingual PI case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Repair broken contact form on leibolaw.com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above-fold intake form to homepage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up after-hours call capture or routing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Map the intake process — no more missed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Every contact path works before ads ever run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intake coordinator — Jake steps back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KPI framework with FCOO Advisor coaching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case profit to focus on highest-value work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Org structure that runs without Jake in every call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Systems that protect family time, not add hours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LEIBOWITZ LAW FIRM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WEB &amp; SEO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Practice area pages · local SEO · GBP · review program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FCOO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KPI scorecards · intake framework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$8,144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$1,350/mo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$7,500/mo paid directly to Google (Phase 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$50,000 revenue · 6.5×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$125,000 revenue · 8×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Onboard + practice area pages begin, form fix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optimized + NAP fixed across directories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program live + bilingual geo pages built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FCOO coaching begins — intake process mapped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25+ new reviews, rankings rising, team plan 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"Jake’s expertise and bilingual reach are already the right foundation for the dominant PI firm in South Texas — the only thing missing is the digital visibility and team structure to match what he has already built."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
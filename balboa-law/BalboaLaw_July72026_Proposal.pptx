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BALBOA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Balboa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website or GBP yet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intake system in place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Gerald runs everything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MONITOR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Goal set; no P&amp;L yet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website, GBP, or reviews — invisible at launch in Houston PI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Physical office TBD blocks LSA, 3-Pack, and GBP activation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intake system — ad spend cannot convert without 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Bilingual brand built AI-first from day one — no legacy to undo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Ramji Law Group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2,383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5.0★ · highest in Houston PI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Arnold &amp; Itkin LLP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1,346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4.6★ · $25B recovered brand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Zehl &amp; Associates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1,262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5.0★ · bilingual PPC + LSA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Balboa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0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Balboa Law at launch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BALBOA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$300K–$1M in Year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must all work together. Miss any one pillar and growth stalls — regardless of ad spend. When all four are running, Gerald can step back and let the firm generate income without his daily involvement.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$0 → $300K–$1M net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Real income — without being consumed by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bilingual Google Ads before Sept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Secure physical office — unlocks LSA + 3-Pack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bilingual website on balboa.com now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Spanish Meta campaign from day 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Start review generation from the first referral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automated intake before ads go live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Sub-5-min bilingual response to every lead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the attorney escalation protocol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Bilingual follow-up sequence for all leads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every inquiry — no lead falls through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Formalize referral attorney agreements now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Cash flow model for 12–36 month settlements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Weekly coaching: KPIs and case-mix strategy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 operations — step back by month 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cost-per-referral from day one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BALBOA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Bilingual site · Google Ads (EN+ES) · LSA · Meta · GBP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$2,600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PI masterminds · Profit plan ·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$7,447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$1,747/mo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$10,000–$25,000/mo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$20,000 (referral fee)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(2–3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$40K–$60K pipeline · 4–6×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(5–7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$125K–$175K pipeline · 5–7×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bilingual Google Ads campaign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build kicks off on balboa.com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GBP + LSA verification begins at office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Automated bilingual intake system live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Review velocity + coaching KPIs on track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firm that generates real income without consuming either of us — that is exactly what we are building."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
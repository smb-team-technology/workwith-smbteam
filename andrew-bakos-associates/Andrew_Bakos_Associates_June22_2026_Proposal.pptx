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ANDREW BAKOS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Andrew Bakos &amp; Associates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↓ 90%; no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Atty handles all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2-person firm; no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target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Referrals collapsed 90% — from 10–20/mo to 1–2, with no digital pipeline to replace them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online: 0 local 3-pack appearances and only 8 Google reviews vs. 900+ for Demas Law Group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runs through Andrew personally — a bottleneck that cannot scale when ads generate new leads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35+ year trial reputation with 60–70% win rate and specialty in non-economic damages — rare in this market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Demas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900+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 · LSA + Ads dominant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AutoAccident.com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10.0 Avvo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24/7 · 4 offices · 40+ yr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Arnold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$60M verdict · aggressive PPC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Andrew Bakos &amp; Associates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ANDREW BAKOS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the Practice You Want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Generation. Intake. Team. Profit. All four must work together — one missing pillar is enough to stall growth. When all four work, Andrew can finally take the cases he chooses and practice on his own terms.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5–10 high-value cases/year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Choose your cases. Practice your way. Exit on your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catastrophic injury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pay per call, top of Google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suppressing local rankings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30+ Google reviews to unlock 3-pack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+ TBI-targeted video 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Andrew's intake process to delegate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catastrophic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sequence for non-immediate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part-time intake coordinator when ads launch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contact form auto-response on website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the financial target for the final chapter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monthly case count + revenue tracking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case type selection criteria for delegation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ops structure to handle increased case volume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marketing ROI by campaign and case type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ANDREW BAKOS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Ads · LSA · Local SEO · Meta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PI masterminds · intake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$7,447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$1,747/mo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$8,000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$56,000 revenue · 5x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$152,000 revenue · 6x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Onboarding + ad strategy kickoff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— catastrophic injury/TBI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verified + Google Screened active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live; NAP audit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kickoff; intake process documented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next five years should be the best of this practice — the cases I choose, the results I know how to get, and the exit I have earned."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
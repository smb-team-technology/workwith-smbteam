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ERKAN &amp; SULLIVAN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Erkan &amp; Sullivan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Only 212 visitors/mo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process defined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Partners do it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revenue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Only 212 organic visitors/mo — a 6-9x gap behind named competitors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Zero paid channels ever run — no PPC, LSA, or Meta 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A landmark case that helped 27,000 people has never built the brand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5.0-star, 154-review reputation — stronger than most local rivals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Paul M. King (kingatlaw.com)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40+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Same Lowell/Andover market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Gilman Law, P.C.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213-470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Out-reviews client 3x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Law Offices of Stephen Neyman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1,900 visitors/mo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9x our organic traffic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Erkan &amp; Sullivan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154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5.0★, but invisible online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ERKAN &amp; SULLIVAN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$20K-$30K Case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 generation, intake, team, and profit — must work together. When they do, Murat and Ryan can finally build the premium, high-margin practice they've earned instead of chasing volume.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~$15K → $20K-$30K case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Take only the cases that build the brand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Ads for OUI/DUI searches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the landmark case into a PR asset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Meta retargeting for site visitors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local SEO &amp; duplicate listing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review-generation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Set a same-day contact standard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lead coverage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follow-up sequence for leads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every inquiry to close or lost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Prep intake for 25-30 cases/month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case-routing for the new associate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profitability by case type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toward the $800/hr partner target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Weekly coaching to build the growth plan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Free partners for high-margin work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ERKAN &amp; SULLIVAN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SEO · PPC · AI/AEO optimization · Meta retargeting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$6,700-$13,600/mo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$15,000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$79,000 revenue · 11.9×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(13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$195,000 revenue · 14.3×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PPC for OUI/DUI keywords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Meta retargeting campaign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Plus coaching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Rebuild site content around landmark case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Structured review-gen program running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"A brand strong enough to impress judges deserves clients who find it before they find anyone else."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Michael Kopp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
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SAGE ESTATE &amp; BUSINESS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Sage Estate &amp; Business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100% referral-based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lead follow-up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Charles is CEO + atty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Stale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Charles is CEO and lead attorney at once, capping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Every directory still misdirects his name to his old firm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Seminar and referral leads get no formal follow-up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$160K generated in 4 months with zero paid marketing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Sandberg, Stettler &amp; White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93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4.8★ · dominates Kaysville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Ascent Law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22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4.8★ · Salt Lake / Wasatch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Christopher J. Salcido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Unverified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Ogden · 17 yrs in estate law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Sage Estate &amp; Business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Unverified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4 months old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SAGE ESTATE &amp; BUSINESS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$600K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SMB Team's model runs on four pillars working together — lead generation, intake, team, and profit — so growth doesn't rest on one person's shoulders. When all four are in place, Charles can finally be 50% CEO and 50% attorney, instead of both jobs at once.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$160K → $600K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Charles is 50% CEO, 50% attorney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referrals into a repeatable engine, not luck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directory listings before spending on 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local SEO content for Northern Utah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geo pages for Ogden, Layton, Kaysville, SLC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Layer in paid search once the foundation is 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homepage contact 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real seminar follow-up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referral lead start to finish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signed cases to slow follow-up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Charles from personally handling intake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Bring in a Fractional COO to run operations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Document SOPs and scorecards for the team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Re-price estate plans and business formations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real profit dashboard, not guesswork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50/50 CEO/attorney into how each week runs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SAGE ESTATE &amp; BUSINESS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FRACTIONAL COO —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SOPs · financial metrics · marketing optimization · pricing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INCLUDED: ELITE COACH GROUP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$0/mo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quarterly + annual workshop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$3,797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Single-product engagement — no bundling discount applies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Future opportunity, not part of this engagement: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$2,500 (stated, estate plans)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(~3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~$7,500 revenue · ~2×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(~22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~$55,000 revenue · ~4×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Level 1 Fractional COO engagement kicks off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Directory listings claimed and corrected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Draft SOPs and role scorecards for the team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Pricing review vs. current market rates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Financial dashboard live; follow-up system built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to spend half my time running the business and half practicing law — not both, all the time."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
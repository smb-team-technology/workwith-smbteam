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KOPCHIAN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Kopchian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100% referrals, no 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intake, no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staff, no delegation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Expenses on credit cards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Weekly revenue already falls short of debt obligations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website exists — domain redirects to a parked GoDaddy page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1.0-star Google rating vs. hundreds of reviews for competitors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Referral reputation is strong enough to sustain the firm today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Alena Shautsova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318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4.7★ · content-rich site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Hargis Law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100+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5.0★ · 11yr Avvo streak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Gottfried &amp; Gottfried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252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40+ yrs in NYC market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Kopchian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2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KOPCHIAN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$7,000-$8,000/Week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must work together. When lead generation, intake, team, and profit all work, Adam can finally step away from casework and trust the firm runs.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$286K → $390K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Become the owner, not just the player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the website — the domain is parked today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mismatch across 3 directory listings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Repair the 1.0-star Google Business Profile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a Google Search campaign, no ads exist now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defined intake process — none exists today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follow-up sequence for undecided prospects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Capture after-hours inquiries you now lose to voicemail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more of the referrals you already generate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losing cases you already paid for by referral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delegating tasks Adam now handles solo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Elite Coach to build real operating systems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Create a basic profit plan — none exists today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Replace the credit-card cycle with a cash buffer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Adam from being the firm's only employee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KOPCHIAN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ESSENTIALS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$3,797/mo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rebuild · Local SEO · NAP fix · GBP repair · Google 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group coaching · Practice masterminds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$6,097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$3,000–$6,000/mo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$18,000 revenue · 6.0×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(~11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$49,500 revenue · 8.3×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Elite Coach and website rebuild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corrected across all directory listings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Business Profile review push begins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New website launches with practice area pages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Conservative Google Search campaign live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"Marketing without systems would waste ad spend and overwhelm the firm — systems first, then growth that actually holds."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
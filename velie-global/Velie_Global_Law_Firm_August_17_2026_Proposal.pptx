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VELIE GLOBAL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Velie Global Law Firm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Referrals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Owner overwhelmed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Margin unknown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Dallas relies entirely on referrals — no lead gen or intake system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Jon personally handles daily Dallas litigation, blocking firm leadership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No financial tracking exists — the 20–30% profitability goal has no baseline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Norman's proven, tech-driven intake system already shows what's possible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GoSuits Trial Attorneys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High-volume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Aggressive PI marketing, Dallas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Winningham &amp; Associates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40+ yr firm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OKC immigration authority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DFW Injury Lawyers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Established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Dallas-branded PI competitor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Velie Global Law Firm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Unverified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Verify live before pitch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VELIE GLOBAL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20–30% Profitability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Lead generation, intake, team, and profit all have to work together — the exact system already proven in Norman just needs to run in Dallas too. When it does, Jon can finally step back from casework and lead the firm he built.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Dallas $700K → $1M–$1.5M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Step back from casework and lead the firm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Systemize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Dallas Operations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Replicate Norman's proven intake process in Dallas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Define client selection &amp; case screening criteria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documented org structure around Pam's role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Stand up baseline financial tracking firm-wide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Pam's audit into a system she can run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Integrate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The Tech Stack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Connect Clio, QuickBooks, and Stripe into one stack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Automate manual billing and intake workflows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Deploy AI Workforce Pro skills for client experience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Eliminate the $8,400/yr cost of disconnected tools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Give Jon and Pam one system instead of three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Toward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&amp; Scale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real margins toward the 20–30% goal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Dallas's referral-only lead generation gap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Consolidate brand identity across web properties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a Dallas marketing engine once ops are live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Lay the groundwork for New York and San Francisco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VELIE GLOBAL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RECOMMENDED OPERATIONS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$3,297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$3,797/mo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Fractional COO · Intake rebuild · Org structure · Coaching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RECOMMENDED TECHNOLOGY PACKAGE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$4,997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$5,797/mo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Fractional CTO · Clio/QuickBooks/Stripe integration · AI Skills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$8,294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$1,300/mo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Future Phase 2 ad spend: $13,000–$30,000/mo once Dallas systems are live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$5,500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$33,000 revenue · 2.5×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(16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$88,000 revenue · 2.9×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COO &amp; CTO kickoff: map Dallas ops end to end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Begin replicating Norman's intake in Dallas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Integrate Clio, QuickBooks, and Stripe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Weekly group coaching sessions begin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Baseline financial reporting stood up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"Dallas runs itself — the way Norman already does — so I can finally lead this firm instead of living inside every case."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
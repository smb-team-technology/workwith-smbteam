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QUINN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Quinn Law Group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Google/LSA/Meta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After-hours drop-off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ops layer built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financial reports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After-hours manual intake drops 2–3 cases/mo — $30K–$45K/mo in preventable revenue loss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Google Ads, LSA, or Meta — competitors capture every high-intent PI search Quinn misses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At 168 reviews Quinn trails top competitors — local pack rank suffers across all 7 markets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4.9★ across 168 reviews — strongest quality rating in the entire competitive set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MyPhillyLawyer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304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dominant · local pack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The Levin Firm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~227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5.0★ · active growth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Zavodnick &amp; Lasky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181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PA/NJ presence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Quinn Law Group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168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QUINN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50–75 New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gen, intake, team, and profit must all work together — one weak pillar limits every other. When all four systems run in sync, Sean can step back from daily ops and focus on growth strategy and trying cases.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50–75 New Cases → $1M+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Capture Philadelphia PI — before competitors 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for Philadelphia PI — now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Get into LSA and pay per lead, not per click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itself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Multi-location SEO coverage across 7 offices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competitors from owning every PI search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 after-hours intake — stop the bleed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Replace manual follow-up with AI sequences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Sign cases at 11pm without picking up phone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Close review gap with post-case requests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Convert more of the leads already generated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Elite Coach Plus accountability — 7 offices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Monthly KPI scorecard — know what's working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an ops layer Sean can delegate to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cost-per-case and ROI by channel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Know what every dollar and every case earns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QUINN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Google Ads · LSA · Meta Ads · GBP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PI mastermind · monthly accountability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$10,000–$25,000/mo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$15,000+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(2–3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$30K–$45K revenue · 3.5×–4×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(8–9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$120K–$135K revenue · ~5×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Kickoff: account access, goals confirmed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+ LSA campaigns go live in Philly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After-hours intake automation deployed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Elite Coach Plus program and coaching begun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Full paid pipeline + automated intake running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"Quinn Law Group has the reputation to win this market — what it needs now is the marketing engine and intake automation to convert that reputation into 50–75 new cases before a competitor builds it first."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
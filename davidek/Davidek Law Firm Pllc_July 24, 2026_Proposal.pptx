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DAVIDEK LAW FIRM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Davidek Law Firm Pllc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Ad spend unclear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Close rate slipping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3 of 5 attorneys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Payroll over 50%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Payroll above 50% of revenue is driving margins to single digits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Two of five attorney seats have sat open for over a year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Paid ads are fully agency-managed with no in-house visibility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156 reviews and a 4.9 rating already beat every named competitor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J.M. Dickerson Law Firm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59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 · most visible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Carroll Law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39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 · Medicaid APT niche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Cludius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Avvo 5.0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EP boutique · own pages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Davidek Law Firm Pllc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156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DAVIDEK LAW FIRM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$4M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leads, intake, team, and profit — have to work together. When they do, Dirk can finally step back from agency guesswork and legacy cleanup and build the $4M firm worth selling.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$2.7M → $4M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A firm worth building toward a sale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Dominate ads with real reporting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the split phone number issue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 contact form above the fold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Austin pages before 2027 launch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ad spend into leads you can see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Filter tire-kicker inquiries fast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Protect the ~80% close 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Standardize follow-up for every lead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booked appointments into signed clients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Fill the two open attorney seats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CFO data into an executed plan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Cut payroll toward the 25% target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leadership beyond the CFO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Dirk from running every seat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DAVIDEK LAW FIRM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DOMINATE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$10,497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$12,497/mo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Meta Ads · Website · Austin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MASTER'S CIRCLE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$4,997/mo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$15,097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$2,397/mo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$3,500–$14,000/mo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$2,250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(~17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$35–40K revenue · ~11x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(~168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$370–380K revenue · ~27x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Dominate ad campaigns, full reporting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phone number, add contact form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Master's Circle group coaching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Austin geo-page build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filtering live, CFO plan underway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demand is already there. The systems to turn it into a $4M, 20%-margin firm are not yet — but they can be."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
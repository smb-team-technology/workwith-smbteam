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JEFF ANDERSON FAMILY LAW,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Jeff Anderson Family Law,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Invisible in 3-pack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call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Owner-dependent 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revenue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22 reviews vs. 240–317 for top Frisco competitors; invisible in Maps 3-pack across all searches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PPC or Meta Ads running while Pfister, Goranson, and Albin Oldner hold every paid position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5 NAP mismatches across Avvo, FindLaw, and ONDA directories actively suppress local ranking authority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Board Certified, Top 100 TX, 4.8-star GBPs in two markets — elite credibility ready to amplify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Pfister Family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240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Board Certified · Frisco 3-pack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Ramage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317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Multi-location DFW · aggressive SEO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Goranson Bain Ausley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4.8 stars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Dominant Dallas high-net-worth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Jeff Anderson Family Law,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22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JEFF ANDERSON FAMILY LAW,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Capture the Market You Have 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 — fixing one while ignoring the others produces short-term results that do not compound. When all four fire, Jeff can build the dominant DFW family law practice his credentials have always deserved — and lead it instead of running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+20% Cases/Month → Dominant DFW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Build the practice my credentials have earned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live — divorce &amp; custody Frisco/Dallas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errors; restore Maps authority now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optimized; review generation system 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24/7 client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San Antonio: new market, no new office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CallRail installed before day-one ad spend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protocol — no inquiry lost to timing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directory phone errors losing warm leads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Know exactly which channel closes every case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leads without one more ad dollar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framework before 6-month expansion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Org structure for new staff — growth, not chaos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Revenue baseline set before marketing launches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Aleshia's energy channeled into real systems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Profit planned and predictable — not discovered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JEFF ANDERSON FAMILY LAW,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GBP management · Local SEO · Citations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group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$3,500–$7,000/mo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$20,000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(2–3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$40K–$60K revenue · 11–17×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(4–6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$80K–$120K revenue · 12–17×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CallRail live in Frisco &amp; Dallas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audit complete; all directory errors corrected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optimized; review generation process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underway; San Antonio page scoped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live; expansion roadmap confirmed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"You have spent 30 years earning the reputation. Now it's time to build the platform that delivers the clients to match it."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
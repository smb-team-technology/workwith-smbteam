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 OF DRAKE SPEARS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Law Office of Drake Spears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0 reviews, no 3-pack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system in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Fully solo, 1 person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P&amp;L tracking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Not in Google 3-pack for any Plainfield family law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ads — O'Dell, Renner &amp; Banks &amp; Brower hold every channel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Solo intake only — no after-hours coverage, no follow-up system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Clean digital slate — strong credentials, new site, no legacy issues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O'Dell Family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16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Same Plainfield market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Renner Law Office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23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SEO into Drake's territory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Banks &amp; Brower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893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Drake's former employer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Law Office of Drake Spears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~0–3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 OF DRAKE SPEARS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Your Own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missing any one stalls the others. When all four run, Drake can build a client base that belongs entirely to him.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$250K est. → $500K+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Build the firm you left your last job to create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— no referrals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family law PPC ads for Plainfield &amp; Hendricks 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Google Screened — appear above every other result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15+ reviews to claim local 3-pack visibility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errors — stop traffic routing to Banks &amp; Brower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response — capture every crisis-moment caller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script to qualify and convert every inquiry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Follow-up sequence for prospects who don't sign same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— know your actual close 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 contact form → consultation funnel, no gaps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retainer pricing benchmarks by case type now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financial tracking from the very first month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first hire — free Drake for billable case 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profit baseline before rapid growth arrives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Coaching: run the firm like a CEO, not just a lawyer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 OF DRAKE SPEARS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No stand-alone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GBP Optimization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Group coaching · Practice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$5,997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$5,500–$6,500/mo paid directly to Google / LSA / 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~$4,000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(7–8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~$30,000 revenue · 5.5×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(10–11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~$42,000 revenue · 6.5×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Kickoff call + Google Ads campaigns go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optimization + LSA verification begins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generation campaign activated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fixes + GBP optimization 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15+ reviews · local 3-pack visibility begins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system to put your name first in Plainfield doesn't exist yet — every month without it is a case that went to O'Dell or Renner instead."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
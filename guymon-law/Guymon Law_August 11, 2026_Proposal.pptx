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GUYMON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Guymon Law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Invisible in search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Manual, 5+ systems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AI use is ad hoc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stated goal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Intake spans 5+ disconnected systems, costing hours every week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Didn't rank in any local search test run for this session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Staff outside Amber are hesitant to adopt AI on their own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16 years in business with an A+ BBB rating and two real offices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4: Small Business Manager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Arizona Law Group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400+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4.8★ · Scottsdale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Owens &amp; Perkins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240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4.8★ · Scottsdale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Genesis Family Law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190+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~5.0★ · Scottsdale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Guymon Law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13–14 (proxy)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GUYMON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$1.14M/Year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All four pillars work together, but for Guymon Law the fastest lever is capacity: freeing hours through AI so the team does more without adding headcount. When that capacity is real, Amber can finally pay her people more.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$570K → $1.14M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Pay your team more without new hires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Deploy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AI Workforce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Fractional CTO-led automation build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Automate intake &amp; conflict-checks across systems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Standardize AI use firm-wide, not just ad hoc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Free Amber from performance reviews &amp; tutorials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freed capacity into real pay raises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Time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Move contact form above the fold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Connect 5+ intake systems into one workflow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Confirm PageSpeed &amp; GBP data manually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leads through to signed cases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Cut manual conflict-check time firm-wide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Set a stated revenue goal to plan against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close rate &amp; average case value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FCOO Advisor as AI scales operations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profit plan tied to pay raises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capacity gains into provable ROI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GUYMON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LEGAL AI WORKFORCE — FRACTIONAL CTO L1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$3,797/mo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Dedicated CTO · Custom builds · Foundation Sprint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FULL SERVICE MARKETING — STARTER (SECONDARY)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$4,997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$5,697/mo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GBP · Local SEO · Google Ads · Reporting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$8,294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$1,200/mo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$3,500–$8,300/mo — optional, if Marketing is added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$4,000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(4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$17,500 revenue · 5.0×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(14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$57,200 revenue · 6.9×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Kick off Fractional CTO engagement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Complete AI Foundation Sprint mapping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Contact form moved above the fold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First automation build (intake/conflict-check) live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Marketing Starter launched, if added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"We want to give our team more capacity — and pay them more — without hiring anyone new."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
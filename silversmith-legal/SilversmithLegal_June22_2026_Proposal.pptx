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SILVERSMITH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Silversmith Legal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ads, no SEO, no 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contact form on site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Owner drives all new biz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revenue target 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Zero digital presence — invisible to any prospect searching estate planning or probate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contact form or landing pages — website cannot generate or convert a single online lead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1–3 Google reviews vs. 245 for the top Denver competitor — local 3-pack is out of reach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5.0-star rating, two offices, associate handling estate planning — the foundation is real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Legacy Law Group CO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245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Denver estate planning #1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 Estate Planning Center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66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Front Range organic leader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Heckman &amp; O'Connor PC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~3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Vail Valley 40+ yr incumbent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Silversmith Legal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1–3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SILVERSMITH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$1.5M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SMB Team's four-pillar model — Lead Generation, Intake, Team, and Profit — works as a system. Fix one in isolation and growth stalls at the next constraint. When all four work together, Chris can step back and trust that Amy is running the firm he built.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$800K → $1.5M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back — Amy runs the firm you built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probate lead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LSA — $50/call, no competitors yet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Rebuild site: contact form + practice pages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20+ Google reviews to unlock 3-pack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Meta ads: educate + retarget estate prospects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Contact form captures after-hours leads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intake scripts for Amy's consults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follow-up for leads who don't sign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Get Google Screened — trust badge on search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Systemize response to new probate inquiries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$1.5M revenue target — track weekly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Train Amy on probate to free Chris from it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Document case processes — knowledge in firm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cost-per-case for each practice area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Weekly KPI dashboard for the whole team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SILVERSMITH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$7,397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$8,997/mo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Google Ads · LSA · Meta Ads · GBP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Practice masterminds · Intake systems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$10,597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$1,897/mo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$3,500–$14,000/mo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~$4,000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(3–4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$14,000 revenue · 4.0×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(12–14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$52,000 revenue · 3.7×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 — revenue target + KPIs set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+ LSA campaigns live in Vail Valley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rebuild underway; contact form goes live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Review campaign starts — 20+ reviews targeted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Denver/Front Range landing pages in development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"The leads are there, the market is open — and once the system is built, Amy runs the practice while Chris runs the firm."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
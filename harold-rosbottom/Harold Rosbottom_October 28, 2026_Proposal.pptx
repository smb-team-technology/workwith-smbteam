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HAROLD ROSBOTTOM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Harold Rosbottom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don't understand or have any knowledge about the cost or how the system works”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Competitors advertise on Dallas accident searches while your paid channels sit idle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Far fewer Google reviews than top Dallas firms keeps you out of local results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Paid cost per signed case is untested, so spend has no benchmark yet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HAROLD ROSBOTTOM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Scale What Proves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Launch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Ads, Budget-First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Google search ads on Dallas injury searches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Local Service Ads for pay-per-call leads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Facebook &amp; Instagram retargeting and video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Test ChatGPT ads where available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low; scale only when results earn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Convert Every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Paid Lead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Answer every call and form fast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Check after-hours coverage before scaling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each lead through to a signed case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mobile speed so paid clicks load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reviews to match top Dallas firms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Measure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Scale What Pays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case by channel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one owner for a weekly results review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Compare paid against your organic benchmark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budget only where the numbers earn it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experts run channels so you don't have 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HAROLD ROSBOTTOM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7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5563" y="1519428"/>
            <a:ext cx="18789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· LSA · Meta Ads · ChatGPT test ·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$3,497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549" y="3460051"/>
            <a:ext cx="224497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No bundle discount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$10,000–$20,000/mo — to reach high-intent Dallas injury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$5,000–$8,000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1B2A38"/>
                </a:solidFill>
                <a:latin typeface="Poppins"/>
              </a:rPr>
              <a:t>Conservative  (2–3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B6B4A"/>
                </a:solidFill>
                <a:latin typeface="Poppins"/>
              </a:rPr>
              <a:t>$14K–$23K revenue · 1.4–2.3×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Aggressive  (6–7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B6B4A"/>
                </a:solidFill>
                <a:latin typeface="Poppins"/>
              </a:rPr>
              <a:t>$35K–$55K revenue · 1.7–2.8×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Need an expert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SMB Team manages Google, LSA and Meta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Budget-first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Ad spend steps up only as results support 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ChatGPT &amp; 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Covers Google, LSA, Meta and a ChatGPT test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"Your organic engine already works — the next step is adding paid channels at a pace that proves itself before it scales."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
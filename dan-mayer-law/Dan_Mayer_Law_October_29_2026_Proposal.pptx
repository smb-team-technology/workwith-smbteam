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DAN MAYER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Dan Mayer Law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“Having the time to sit down and figure out AI… I don't have a lot of time to do that right now.”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“When aggregate, that's a lot of time.”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“It's just another thing on my list to do.”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Solo Practitioner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AI that could give you time back is not set up, and you have no time to build it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Manual reminders and client updates keep you tied to repeatable work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Growth means added payroll unless AI staff take on the repeatable work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DAN MAYER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Get Your Time 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Your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AI Foundation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 Fractional CTO leads your AI rollout for you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Monthly 1:1 session to set the priorities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Up to 2 skills deployed from the AI library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One custom automation built each month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AI stops being another item on your list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Automate Intake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Client Follow-Up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Reminders and updates go out automatically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Cut the manual follow-up that eats your week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Put your Monday.com AI credits to work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Turn blog topics into posts for your review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Get hours back for the legal work only you 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Add AI Staff,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Not Payroll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AI Workforce Pro seats for 10 users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 managed workspace for client work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Weekly implementation session with our team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capacity without adding salary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Grow the firm without growing your hours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DAN MAYER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FRACTIONAL CTO — LEVEL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$3,297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4891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5177" y="1519428"/>
            <a:ext cx="1919351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$3,797/mo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Monthly 1:1 · AI skills · 1 custom automation a month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5740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16712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AI WORKFORCE PRO — 10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$2,197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7642" y="257098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7928" y="2570988"/>
            <a:ext cx="2006599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78892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Managed AI workspace · Weekly implementation session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$5,494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9922" y="3460051"/>
            <a:ext cx="2204605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$500/mo by bundling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133502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AI setup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33502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Your Fractional CTO leads the rollout monthly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188366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Follow-up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188366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AI staff and a monthly custom automation take it 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243230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No idle payroll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243230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AI Workforce Pro seats add capacity, not salary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"Someone just comes in and says, bam, this is working for you, let's go — and I get back to the legal work only I can do."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
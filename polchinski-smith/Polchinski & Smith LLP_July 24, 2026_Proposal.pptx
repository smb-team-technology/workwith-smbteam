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POLCHINSKI &amp; SMITH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Polchinski &amp; Smith LLP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truck/WC ranking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3 partners do it 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7 staff, no delegate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5x growth, no P&amp;L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All intake and settlements run through 3 partners personally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visibility for truck accident and workers' comp searches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ads anywhere — 100% referral and organic dependent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Grew revenue roughly 5x in a year with zero paid marketing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McIntyre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292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Ranks for trucking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Ylla | Gosney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343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Moore overlap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Dan Davis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175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Ranks for work comp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Polchinski &amp; Smith LLP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47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POLCHINSKI &amp; SMITH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$2M in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have to work together. When they do, the partners can finally step away from personally running every intake and settlement.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$1M → $2M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Local Service Ads within 2 weeks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car, truck &amp; WC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SEO gap on truck &amp; workers' comp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NAP mismatch hurting local rank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leads that don't need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trained intake process, not partners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for missed calls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a follow-up sequence for every lead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Case Peer tasking — no more oversight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you from answering every single 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for delegation systems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leadership layer under the partners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case value and profit by practice area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Plan the next attorney hire the right way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5x growth into wealth you keep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POLCHINSKI &amp; SMITH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Local SEO · Google Ads · LSA · Website CRO ·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$7,447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$1,747/mo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$7,000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(2-3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$14K-$21K revenue · 1.4-2.1×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(7-9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$49K-$63K revenue · 2.0-2.5×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Local Service Ads go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launch across all 3 practice areas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kickoff — intake plan begins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citations fixed, SEO build starts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Truck &amp; WC visibility live, intake delegated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"We built this to $1M without a system — imagine what happens once we're not the ones answering every call."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
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HIGUERA IMMIGRATION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Higuera Immigration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delegated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+ ICs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lead channel — invisible in every search tested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Every intake call runs through Danja personally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fixed team — owner cannot step away from the firm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Already vetting an IC attorney to delegate removal cases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American Immigration Law Ctr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156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building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Carlos E. Sandoval, P.A.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144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building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Parjus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22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Biz. imm. niche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Higuera Immigration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HIGUERA IMMIGRATION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$250K/Year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have to work together. When they do, Danja can finally step back and let the firm run without her in the middle of every case.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$125K → $250K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Danja works fewer hours, present for her kids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management for imm. inquiries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Google Screened above building rivals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— remove stale Ohio phone number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citations on Avvo, Birdeye, Yelp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geo-pages for Davie, Sunrise, Ft. Lauderdale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lead follow-up sequence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Route new LSA leads off Danja's own phone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inquiry from call to signed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homepage CTA — form is buried in footer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Confirm mobile speed once site rebuild lands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Coach: map org structure and KPIs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Sequence first hire after removal-defense 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hiring plan funded by LSA lead flow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profit plan tied to real case data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case once ads are live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HIGUERA IMMIGRATION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RECOMMENDED COACHING PACKAGE — ELITE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masterminds · delegation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RECOMMENDED LEAD-GEN ADD-ON — LSA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$900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No stand-alone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LSA setup &amp; management · pay-per-lead ·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$3,500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 Elite Coach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$3,000-$5,400/mo paid directly to Google/LSA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$4,500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$26,000 revenue · 8.7×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$56,000 revenue · 10.4×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kickoff — map org &amp; KPIs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management campaign goes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citations cleaned up across directories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lead follow-up sequence built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delegation hire sequenced &amp; funded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firm that runs without me — so I can be at pickup, at recitals, at bedtime, not catching up on calls."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
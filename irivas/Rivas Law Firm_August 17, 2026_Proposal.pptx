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RIVAS LAW FIRM,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Rivas Law Firm, PLLC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95% referral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CRM, no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delegation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ROI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A small handful of reviews vs. an established base for named competitors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$60K/yr billboards produced only ~5 cases last year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Every case routes through Israel personally, with no team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Strong 4.8-star rating shows no reputation problem, only volume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Leah Wise Law Firm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Large base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5.0★ SEO leader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Tijerina Legal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Large base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98% recommend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Ruy Mireles Law Firm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Established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Ads, no office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Rivas Law Firm, PLLC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Small base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RIVAS LAW FIRM,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$3-4M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Lead Gen, Intake, Team, and Profit must all work together. When all four pillars work, Israel can finally step away and trust the firm runs.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$1.5-2M → $3-4M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Step away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Google &amp; LSA ads in Pharr/McAllen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Fund the launch by redirecting billboard spend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Rebuild site bilingual, fix NAP mismatch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a review-generation campaign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Google into leads that don't need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defined intake process, no CRM gaps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after-hours coverage for new leads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every case from click to signed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homepage — add a visible contact form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Stop missing leads before you ever see them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Elite Coach Plus once lead flow is proven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cost-per-case on every ad dollar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Redirect $60K/yr billboard spend to ads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weekly coaching + PI masterminds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Free your time from daily casework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RIVAS LAW FIRM,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ESSENTIALS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$3,797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Bilingual site · Google/LSA Ads · Local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$3,797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Funded by redirecting existing ad budget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$3,000–$5,000/mo paid directly to Google/LSA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$7,500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(~1 case/mo):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$6,300 revenue · 2.1× ROAS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(1-2 cases/mo):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$12,750 revenue · 2.55× ROAS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Google &amp; LSA ad campaigns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Bilingual website rebuild kicks off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Review-generation campaign goes live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First cost-per-case ROI report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Evaluate tier upgrade as results come 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"I want to double this firm — and finally get my time back."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
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NUCLEI 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Nuclei TM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“I'm still doing the scanning, the printing… all of that stuff on my own.”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 have to still manually go create an invoice, attach the invoice to the email, and then send it.”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“If I get more clients, I don't have enough bandwidth to address those clients.”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Scanning, printing, and admin all run through one person, so growth stalls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Booking, document, and invoice tools don't connect, so each client means manual steps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Invoices go out by hand, taking time from billable petition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NUCLEI 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Get Your Time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Automate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Admin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Hand email and calendar tasks to AI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Take scanning and printing off your desk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admin duties off your plate for good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session builds each workflow with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your hours back into petition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Connect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to Billing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Send invoices automatically from each booking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Link scheduling, documents, and invoicing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Stop re-entering the same client details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Fewer manual steps from consult to documents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Billing that runs while you do the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Team That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Grows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Document how petitions get prepared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your contractor's work linked with yours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Onboard your next two hires faster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the knowledge if someone moves 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new-client growth once admin is automated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NUCLEI 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996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0283" y="1519428"/>
            <a:ext cx="221424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2 users × $350/user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AI session · 1M credits/user · Month-to-month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$700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9557" y="3460051"/>
            <a:ext cx="243497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Admin overload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handles routine admin; weekly build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bandwidth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Automating admin first creates room for more clients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Knowledge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Two seats link your contractor's work with yours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"Somewhere to take the administrative duties off your plate — so growth never means doing it all yourself."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
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CHARLES CHASE</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Charles Chase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website, GBP, or reviews</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process exists</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Solo — no staff of any kind</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Near-zero revenue, no plan</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No owned website, GBP, or directories — invisible in every digital channel</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200 daily ad visitors, zero leads — vendor targeted health insurance keywords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3 referral cases in 2 months; zero inbound digital leads ever received</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Focused workers' comp practice = highly targetable, intent-driven ad strategy</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Masnikoff Associates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34 Avvo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27 yrs · multilingual · dominant SEO</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Winer Law Group</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63 Avvo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4.7★ Google · 30 yrs licensed</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Benenfeld / Injury Law Service</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85 Avvo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32 yrs · active PPC campaigns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Charles Chase</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CHARLES CHASE</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$250K in 12 Months</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 none of them alone is enough. When all four pillars work, Charles Chase can build the firm income and the freedom that makes the life he is building toward actually possible.</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$250K revenue goal — Year 1</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firm that funds the life in Portugal</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Build a firm-owned workers' comp website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Launch Google Ads on injured worker terms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Resolve GBP — unlock local search + LSA</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Claim Avvo, Justia, FindLaw directories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into your client pipeline</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Build intake process before first paid lead</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Add contact forms + 24/7 lead capture</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Define qualifier script for injured workers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Set up CRM lead tracking from day one</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Stop losing leads to after-hours voicemail</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Track cost per lead and cost per case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profit plan toward $1M+ annual goal</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Hire intake coordinator at 5+ cases/month</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Free attorney time for casework, not calls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the team layer that makes Portugal real</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CHARLES CHASE</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New website · Google Ads · GBP setup · local SEO · directories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$1,600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practice masterminds · intake framework</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$6,447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$2,747/mo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$3,000–$10,000/mo paid directly to Google/LSA/Meta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$2,500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$7,500 revenue · 2.5×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(15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$37,500 revenue · 3.75×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Coaching kickoff + intake workflow defined</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Ads live on workers' comp keywords</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4</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New website live with Fort Lauderdale pages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6</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GBP verified — local search + LSA opened</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Directories claimed + review profile building</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"A firm that replaces $400K in income and runs without me while I'm in Portugal — that's what I'm building."</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
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HARDBALL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Hardball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Zero paid ads ever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after-hours cover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Solo, no staff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revenue tracked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40 years of reputation wasted on zero-ROI SEO and radio spend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NAP/brand split across directories confuses prospects and Google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intake team — after-hours calls often go unanswered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40+ years of reputation, active video content, and a live blog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Plaxen Adler Muncy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Dominates PI search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Silverman Thompson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Leads med-mal reputation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Miller Stern Lawyers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Visible for motorcycle cases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Hardball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Few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HARDBALL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a Selective, Predictable Caseload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must work together. When they do, Susan can finally stay selective about her caseload.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Referrals → Predictable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Choose your cases — not take every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Search &amp; LSA for target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the NAP/brand split across directories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Activate Meta ads with existing video assets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Target wrongful death, med-mal, motorcycle terms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24/7 intake coverage for PI emergencies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defined follow-up process for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Confirm above-the-fold contact path on site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Stop after-hours calls going to competitors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Every lead captured is a case you get to choose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Start Elite Coach Plus systems &amp; accountability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revenue and case value for the first time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Document a process a future team can run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toward FCOO support as lead flow grows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See your numbers clearly enough to plan freedom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HARDBALL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$4,997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Google Search · LSA · Meta Ads · Local SEO/GBP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$8,197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$7,500–$20,000/mo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$5,000–$8,000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$12,000 revenue · 1.6×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$39,000 revenue · 2.0×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Search &amp; LSA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NAP/brand split across directories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 off Elite Coach Plus coaching sessions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Confirm PageSpeed &amp; mobile performance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Meta video &amp; retargeting campaigns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"A steady flow of quality PI cases, allowing for selective case intake."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
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COOPER &amp; COOPER, P.A.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Cooper &amp; Cooper, P.A.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Spend up, leads flat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20-25% close vs 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Stuck in casework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Profit is murky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Ad spend doubled to ~$20K/mo, new clients still flat at ~15/mo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Only 20-25% of consults convert to retainers vs. a 50% goal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Charlean stuck in casework — firm can't run without the owners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4.9-star, 50+ review profile already beats every named competitor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Owenby Law, P.A.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BBB A+ accred.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All practice areas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Florida Women's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15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Same agency conflict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Head, Moss, Fulton &amp; Griffin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Estab. firm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Probate ad presence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Cooper &amp; Cooper, P.A.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50+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COOPER &amp; COOPER, P.A.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$2.3M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miss one and growth stalls no matter how much you spend on ads. When all four click, Anthony and Charlean can finally step away and trust the firm runs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$1M → $2.3M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End the conflicted-agency relationship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dedicated Probate/Estate ad campaigns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mobile site speed (47/100 today)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Re-tune LSA targeting for better leads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Qualify PPC leads on fee fit early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follow-up cadence before Lawmatics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Lift consult-to-retainer from 20-25% to 50%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fast, structured intake for after-hours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clients you already paid to reach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 senior attorney to absorb casework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Charlean to lead, not litigate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a bookkeeper-built profit plan live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cost-per-case by practice area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firm that runs without you in October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COOPER &amp; COOPER, P.A.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Ads · SEO · Website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$4,997/mo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Leadership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$11,997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(5-6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$23,000 revenue · 6.6×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(37-38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$150,000 revenue · 10.7×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non-conflicted Google/LSA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mobile PageSpeed &amp; site conversion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Master's Circle coaching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Deploy PPC fee-qualification &amp; follow-up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Dedicated Probate campaigns live &amp; converting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"Take the October vacation — and come back to a firm that never missed a beat."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
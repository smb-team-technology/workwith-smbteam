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O'CONNOR FAMILY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O'Connor Family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NEEDS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LSA: ~50% spam leads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16A34A"/>
                </a:solidFill>
                <a:latin typeface="Calibri"/>
              </a:rPr>
              <a:t>STRONG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96.7% show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NEEDS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DOO auditing agency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NEEDS 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True CPL unknown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$10k/mo LSA: ~50% spam — agency unchanged after 8–10 months of feedback.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GBP category 'Family Law' misses high-intent 'Divorce Lawyer' searches.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Avery's DOO bandwidth lost to agency auditing instead of firm growth.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96.7% consult show rate — intake is the strongest in the market.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5: Law Firm CEO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Callahan | Inman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21 attorneys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dominant LSA/PPC · Worcester Co.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Burke Levy, P.C.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4.9★ / 52 rev.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LSA ranking edge · Westborough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S. Shore Divorce &amp; FL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S. Shore brand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Hanover/South Shore specialist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O'Connor Family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136 reviews · 4.6★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O'CONNOR FAMILY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$7M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SMB Team builds four pillars — Lead Generation, Intake, Team, and Profit — until your firm runs without you managing it. When all four work, Heather can step back and trust the firm runs exactly as she built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$4M → $7M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back — the firm runs as you built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Replace LSA spam with signed-case attribution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PPC with income demographic layering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GBP: 'Divorce Lawyer' on both offices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Dispute every LSA junk lead to recover credit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that runs without 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Replace Answering Legal for 11am–2pm gap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Deploy pre-consult nurture in Lawmatics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Activate Hanover GBP — close South Shore gap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review response cadence on both profiles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Intake closes at capacity with qualified volume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Avery from agency auditing entirely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signed-case attribution by channel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fractional CFO at $5M for profit planning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Phase 2: FCOO Advisor for operational scale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Own your numbers — profit planned, not found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O'CONNOR FAMILY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RECOMMENDED MARKETING PACKAGE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$7,397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PPC · LSA · Meta · GBP · signed-case attribution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RECOMMENDED COACHING &amp; ADVISORY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$4,997/mo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Elite Coach · High Level Mastermind · Team Training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$11,997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$1,997/mo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$15,000–$25,000/mo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$15,000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(10–12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$150K–$180K revenue · 10x–12x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(16–20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$240K–$300K revenue · 9.6x–12x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GBP: switch both profiles to 'Divorce Lawyer'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Begin LSA junk lead dispute process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PPC with income demographic targeting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Activate Hanover GBP — posts + review responses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Deploy pre-consult nurture sequence in Lawmatics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intake engine is built, the team is ready, and the leads are there — what is missing is a marketing partner who optimizes to what gets signed, not what gets counted."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
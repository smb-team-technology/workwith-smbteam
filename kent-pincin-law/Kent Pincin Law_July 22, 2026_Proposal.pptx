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KENT PINCIN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Kent Pincin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100% referral, no ads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Turning away referrals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delegation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Overhead outpacing pay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Turning away referral volume due to intake capacity limits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Zero paid marketing despite $4.8M-$6M in annual revenue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Partners remain the single point of failure as team tripled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26% close rate shows intake judgment is strong, not the issue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Miracle Mile Law Group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117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4.4★ · 3-city pages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The Simon Law Group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60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· same PI market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Conner &amp; Associates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16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5.0★ · Redondo Beach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Kent Pincin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8-11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KENT PINCIN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$900K/Month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Lead Generation, Intake, Team, and Profit — must work together. When all four work, Michael and Emily can finally step back and become pure CEOs managing managers, instead of managing everything themselves.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$400K-$500K → $900K/mo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Stop being the bottleneck. Become the CEO.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+ LSA for both practice areas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geo-pages for SD, SF, Torrance, Downtown 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Close review gap vs. named competitors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Consolidate two duplicate Yelp listings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5-market claim into 5-market visibility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real case-assignment workflow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Stop turning away referral live transfers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Michael from handling 90% of intake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Capture volume already being turned away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Convert more of the leads already coming 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 Fractional COO to own delegation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structure to support 12-15 attorneys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Get overhead growth under control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Protect partner take-home as team scales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toward $5M+/year per partner goal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KENT PINCIN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PLATINUM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$15,997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$18,997/mo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Meta Ads · Geo-Pages · Local SEO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FRACTIONAL COO (FCOO) ADVISOR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$3,797/mo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Intake &amp; case-assignment workflows · Group coaching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$19,294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$3,500/mo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$24,900–$150,000/mo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$5,885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(~20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$117,700 revenue · 4.7×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(~144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$847,700 revenue · 5.6×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+ LSA for both practice areas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Geo-pages live for SD, SF, Torrance, Downtown LA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Fractional COO kickoff begins workflow mapping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Yelp listings consolidated, review push begins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Case-assignment delegation workflow in place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"Pure CEOs, managing managers — not the ones holding IT, case assignment, and intake together alone."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
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INKELL &amp; ASSOCIATES</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Inkell &amp; Associates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Volume up, quality down</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~50% close vs 80% goal</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RED</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Owner is the bottleneck</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Only owner sees the numbers</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About 1 in 3 qualified opportunities is mishandled today</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All operational knowledge still runs through one person</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Financial visibility exists but only one person can see it</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4.9 stars across 324 reviews beats every named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Silverman, McDonald &amp; Friedman</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313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4.8★ · outranks you organically</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Rhoades &amp; Morrow</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15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4.5★ · has city landing pages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Pratcher Krayer LLC</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89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4.8★ · active on Facebook</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Inkell &amp; Associates</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324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 (4.9★)</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INKELL &amp; ASSOCIATES</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$5M+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must work together. Missing any one means growth stalls regardless of ad spend. When all four work, Yuri can finally step back and let the systems run the firm.</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$2.2M → $5M+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back and let systems run the firm</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Sharpen PPC &amp; LSA targeting for quality, not volume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geo pages for Newark, Dover, New Castle Co.</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Reunite 219 stranded reviews under your current name</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Turn your 4.9★ rating into top search visibility</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Optimize channels you already trust, not new ones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Enforce the sales scripts your team already has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Track every qualified lead until it signs or closes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Close the gap from ~50% toward your 80% goal</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Recover cases you already paid to generate</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Add real follow-up accountability to every handoff</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Bring in a fractional COO to run systems, not you</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Give leadership shared visibility into the numbers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Build accountability that runs without you watching</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Support the litigation team's growth strategy</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Free you to focus on strategy, not firefighting</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INKELL &amp; ASSOCIATES</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DOMINATE — FULL SERVICE MARKETING</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$10,497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$12,497/mo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Optimized PPC/LSA · Geo pages · Local SEO &amp; review consolidation</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MASTER'S CIRCLE + FCOO DIRECTOR</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$8,394</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$10,794/mo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Fractional COO · Group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$18,891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$4,400/mo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$12,000–$50,000/mo paid directly to Google/LSA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$7,500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(8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$60,000 revenue · 5.0x return</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(40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$300,000 revenue · 6.0x return</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optimized PPC &amp; LSA targeting</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Ship geo landing pages for service area</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Begin FCOO Director onboarding with Yuri</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Stand up intake accountability tracking</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Reconcile legacy review listings &amp; reporting</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"An autonomous firm where systems drive performance — so Yuri can finally focus on strategy, not on catching every gap."</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
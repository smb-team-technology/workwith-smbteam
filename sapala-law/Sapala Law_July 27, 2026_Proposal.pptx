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SAPALA LLP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Sapala LLP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Zero paid marketing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intake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Solo founder, no team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margin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Brandon is the firm's only operator — every deal and dollar runs through him, with no team to absorb growth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intake process — referrals depend entirely on Brandon's personal availability, even after hours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Zero paid lead generation in 5 months — growth is capped by the size of Brandon's personal network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Collections nearly doubled in 3 months ($28K to $43K) with zero marketing spend — real market demand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Buist Byars &amp; Taylor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Not verified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AV-rated · entrenched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Graybill Lansche &amp; Vinzani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Not verified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Boutique · 2 SC markets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Cipolla Cox, LLC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50 reviews (Birdeye)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Residential closings leader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Sapala LLP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Not verified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SAPALA LLP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$85K/Month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lead generation, intake, team, and profit — must work together, or growth stalls no matter how strong the referrals are. When they do, Brandon can finally step back and become the rainmaker instead of the whole operation.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$43K → $85K/mo collected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Become the rainmaker, not the whole firm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Search ads on core practice terms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that runs without you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Claim &amp; complete the Google Business Profile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Rebuild homepage with a clear CTA &amp; contact form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Bid on competitor names Charleston firms miss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 phone number &amp; form above the fold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simple lead follow-up process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Cover after-hours referral calls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every inquiry so none go cold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Brandon from being the entire intake team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Start Elite Coach Plus to build team structure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first support role for intake &amp; ops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Close the billed-vs-collected cash gap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real profit plan, not just revenue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 Fractional COO as the firm scales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SAPALA LLP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Search Ads · Local SEO · Website/CTA fixes · GBP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$8,197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$997/mo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$3,500–$14,000/mo paid directly to Google — not to SMB Team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$5,000 (category default)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(4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$20,000 revenue · 5.7×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(19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$95,000 revenue · 6.8×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Search test campaign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Homepage CTA &amp; contact form rebuild live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Elite Coach Plus coaching kickoff begins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Business Profile fully built out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Billed-vs-collected reconciliation habit set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"I want to become the rainmaker — not the whole firm."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
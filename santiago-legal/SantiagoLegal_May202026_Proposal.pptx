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SANTIAGO LEGAL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Santiago Legal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0 reviews, no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CTA, no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op, no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MODERATE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reviews vs. 68–118 for competitors — invisible where clients search 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ads on Google, LSA, or Meta — all high-intent search traffic goes to rivals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intake model caps firm capacity at one attorney's personal hours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Bilingual website + 16-yr Spanish-language expertise — rare competitive edge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Capriotti International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Minnetonka · 47 yrs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Ostrom Law Office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10.0 rating · AILA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Dyan Williams Law PLLC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bilingual podcast/YT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Santiago Legal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SANTIAGO LEGAL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Minnesota Market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Generation. Intake. Self-Managing Team. Profit Plan. All four must work together — one missing pillar caps the others. When Karla has all four running, she can serve the Latino community at scale and step back from the day-to-day.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Karla → MN's go-to immigration attorney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Serve more families. Work fewer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bilingual Google Ads in EN + 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GBP + run review generation campaign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LSA for top-of-Google lead placement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ads targeting MN's 300K Latino community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clear CTA above fold on homepage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after-hours response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Design structured intake process for all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inquiry gets fast bilingual follow-up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routing every new call through Karla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first bilingual intake coordinator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revenue baseline + track by case type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dual-domain NAP to unlock SEO gains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profit plan — know what you keep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firm Karla can step back from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SANTIAGO LEGAL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Bilingual Google Ads · LSA · Meta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1:1 coaching · intake system · first hire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$8,000–$15,000/mo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$3,750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$45,000 revenue · 5.6×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$105,000 revenue · 7.0×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intake process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Bilingual Google Ads go live EN + 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built, review outreach campaign launched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CTA + domain NAP fix deployed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active, Meta running, 20+ leads/mo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have served this community for 16 years. The next 16 belong to them finding me."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
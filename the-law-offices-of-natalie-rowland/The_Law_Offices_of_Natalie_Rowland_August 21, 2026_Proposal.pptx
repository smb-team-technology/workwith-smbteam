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THE LAW OFFICES OF NATALIE ROWLAND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The Law Offices of Natalie Rowland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0 reviews, no 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delegation yet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Solo + 3-wk-old VA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profit plan yet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Zero online visibility while competitors dominate every search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delegation — owner personally handles 100% of intake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profit plan sits behind the stated $1M/yr goal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Existing 4.0/5.0 Avvo rating shows real client trust already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Naggiar &amp; Sarif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Established base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Super Lawyers Top 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Stern Edlin Graham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Reviews present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Dedicated Buckhead content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Kaye Lembeck Hitt &amp; French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Reviews present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High-asset landing pages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The Law Offices of Natalie Rowland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THE LAW OFFICES OF NATALIE ROWLAND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$1M/Year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must work together — lead generation, intake, team, and profit. When they do, Natalie can grow to $1M/yr while staying personally involved with the clients and cases she chooses.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$250K → $1M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Choose her own clients and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real Google review base from clients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Rebuild the site around the high-asset rebrand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NAP inconsistencies across directories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Prepare for Local Service Ads eligibility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18 years of reputation into visible proof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Document intake SOPs for the new assistant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 working contact form to the website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an after-hours response path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intake into a system she can trust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Free up billable hours from admin work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Formalize delegation plan with her assistant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profit plan around high-asset cases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case value as the practice repositions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Reduce owner dependency without losing control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$1M/yr into real take-home, not just hours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THE LAW OFFICES OF NATALIE ROWLAND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RECOMMENDED COACHING PACKAGE — ELITE COACH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stand-alone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group coaching · SOP build-out · Practice masterminds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$3,497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Single stand-alone service — no bundle discount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Ad spend: not recommended in Phase 1 — site and reviews come 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N/A (Phase 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(Phase 2):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To be scoped once site/reviews are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(Phase 2):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To be scoped once site/reviews are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 off Elite Coach — SOP &amp; delegation planning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review request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Begin scoping website rebuild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Clean up NAP inconsistencies across directories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Baseline profit-tracking process in place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"I want to grow this practice on my terms — hands-on with the clients I choose, without losing myself in someone else's system."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
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IRIDIUM LAW APC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Iridium Law APC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verified GBP yet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lead screening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attorney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plan yet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verified Google Business Profile — invisible to local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Word-of-mouth and discounted ARAG referrals are the only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Hadeel is the firm's only attorney — nothing runs without her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Already tracks profit precisely — $30K/mo, up from $10-15K/mo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Radcliffe &amp; Radcliffe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39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30+ yrs · Pleasant Hill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Bay Area Family Law Center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26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10/10 Super Lawyers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Pocklington Law Offices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17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2026 Avvo Client's Choice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Iridium Law APC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IRIDIUM LAW APC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$125,000/Month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generation, intake, team, and profit — have to work together. Missing one means growth stays a rollercoaster no matter how many referrals come in. When all four click, Hadeel can finally step back from being the workhorse and be present for her daughter.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$390K → $1.5M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Verify Google Business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PPC + Meta ads for family law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Clean up directory listings (NAP)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Capture searches before competitors bid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client-qualification step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Screen out cases that won't convert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Protect attorney time as leads grow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automation into real conversions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your calendar from unqualified calls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Elite Coach weekly accountability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processes you carry alone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path to your first associate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true profit by lead source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firm that runs without you in 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IRIDIUM LAW APC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GBP · PPC · Meta Retargeting · Directory cleanup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SOPs · Hiring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$6,097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$4,700–$5,000/mo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$35,000–$40,000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(6-7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$225,000 revenue · 48×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$300,000 revenue · 60×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PPC + Meta Retargeting for family law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verification &amp; directory NAP cleanup done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review &amp; content buildout begins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kickoff — weekly accountability starts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Client-qualification step live in intake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 well-oiled machine, with me as the owner — not the workhorse — home for my daughter every night."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
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SUPERNUS BUSINESS &amp; LAW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Supernus Business &amp; Law Center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ads, any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handles all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staff, zero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MODERATE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unconfirmed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regional firms capture DeKalb/Kane County searches daily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Contact form buried — prospects who can't find it call a competitor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operation — firm cannot scale without owner doing every task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239 five-star Birdeye reviews — strongest reputation in the local market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Foster &amp; Buick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~30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8 attorneys · 50+ yr history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Klein Stoddard Buck &amp; Lewis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 Avvo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 attorneys · multigenerational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Regional IL estate planning firms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558+ statewide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run paid campaigns into DeKalb/Kane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Supernus Business &amp; Law Center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239 Birdeye · 5.0★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Strongest local reputation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SUPERNUS BUSINESS &amp; LAW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Become DeKalb County's Go-To Attorney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 brings clients in. Intake converts them. A self-managing team scales operations. A profit plan keeps more of what grows. When all four work together, Jedediah can protect more families — and own the time he helps his clients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Stage 3 → Stage 6 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Protect clients. Own your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— first mover wins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LSA: pay per lead,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top search position before regional firms move 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Kane County pages for untapped service area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— fastest free ranking 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Book strategy sessions above the fold — zero extra clicks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Auto-respond to every inquiry within minutes, 24/7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after-hours leads from reaching competitors first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intake script before the first team member joins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— know where every client comes from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intake process — ready for first team hire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Establish revenue baseline — know your numbers now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practice area — find highest-margin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team that runs when you step away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the firm Jedediah advises his own clients to build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SUPERNUS BUSINESS &amp; LAW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N/A stand-alone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Google Screened LSA · Meta Ads · local SEO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Group coaching · practice masterminds · workshops · annual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$6,500–$7,000/mo paid directly to Google / LSA / 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$35,000 revenue · 5.4×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$50,000 revenue · 7.1×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Homepage booking CTA moved above the fold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inconsistency corrected across directories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revenue baseline established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protocol documented for first team hire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window to dominate estate planning and asset protection search in DeKalb County is open right now — no competitor is running paid ads, no one has claimed the LSA slot, and the first firm to activate will be very difficult to displace."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
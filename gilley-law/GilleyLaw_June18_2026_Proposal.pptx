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GILLEY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Gilley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Single paid channel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staff, no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— no delegation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P&amp;L or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Landing page only — zero organic search capability, every client today arrived through paid ads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Solo intake — every missed call while Chris is in court loses a paid LSA lead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Not in local 3-pack while Zaki Ali Trial Lawyers holds 462 reviews and dominates every search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39 reviews at 4.8★ carried from prior work — strong GBP foundation for a new firm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Zaki Ali Trial Lawyers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462 reviews · 4.9★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Dominates criminal 3-pack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Eskew Law (Indianapolis)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Anderson landing page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75+ yrs exp · bilingual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Beeman Heifner Benge P.A.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Local multi-attorney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Super Lawyers 2022–2026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Gilley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~20–39 reviews · 4.8★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GILLEY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$730,000 in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The SMB Team model builds all four pillars together — Lead Gen, Intake, Team, and Profit — so every part of the firm works as a system. When each pillar is running, Chris can finally step away from the 10 PM nights and trust the firm runs itself.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$730K 2026 Revenue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No more 10 PM nights — firm runs itself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PPC for criminal + family law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Optimize LSA spend and build review velocity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SEO website — organic cases without more 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Counter Indianapolis firms bidding your keywords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Install after-hours answering coverage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Design intake process — not just Chris on calls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lead so no paid case goes unseen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follow-up for leads who don't sign same day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Chris from intake — one hire changes everything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intake coordinator to own consult calls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7 directory errors — restore GBP trust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 per case across both practice areas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monthly P&amp;L — profit planned, not found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Install systems that run without Chris in the room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GILLEY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Meta Ads ·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1:1 coaching · intake design · financial tracking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$5,500–$8,000/mo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$2,200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$13,200 revenue · 2.4×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(11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$24,200 revenue · 3.0×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 campaigns launch — PPC + LSA optimization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underway, 7 NAP errors fixed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retargeting activated, review asks begin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— intake design, KPIs set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Full reporting: cost per case, channel ROI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"When the system works, the phone rings — whether Chris is in court, at home, or nowhere near his desk."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
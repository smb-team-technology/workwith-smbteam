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CHURCH, PAGE &amp; GAILAN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Church, Page &amp; Gailan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85953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859536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16736"/>
            <a:ext cx="4069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406908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Small Business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316736"/>
            <a:ext cx="4069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463040"/>
            <a:ext cx="406908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Manual support work grows with every new hire unless automated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Filevine automation is not working as well as the firm needs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A 24/7 phone line without 24/7 answering risks lost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CHURCH, PAGE &amp; GAILAN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Automate the Manual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Automate 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Manual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Put AI to work on records requests and updates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Roll out AI Workforce Pro to all 19 team members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Deploy ready-made AI skills every month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Free your team's time for clients, not tedious tasks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50" b="1" i="0">
                <a:solidFill>
                  <a:srgbClr val="143306"/>
                </a:solidFill>
                <a:latin typeface="Poppins"/>
              </a:rPr>
              <a:t>Make Filevine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50" b="1" i="0">
                <a:solidFill>
                  <a:srgbClr val="143306"/>
                </a:solidFill>
                <a:latin typeface="Poppins"/>
              </a:rPr>
              <a:t>Systems Work Together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Scope which processes to automate first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a custom automation each month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Connect the tools your team already uses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 Fractional CTO leads it, not your staff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Be Ready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Your Team's Growth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Plan 24/7 answering to match your phone line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Match Google Business hours to your offices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workflows before the next hires arrive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Grow without the manual work growing with you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CHURCH, PAGE &amp; GAILAN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FRACTIONAL CTO — LEVEL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$3,297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4891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5177" y="1519428"/>
            <a:ext cx="1919351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$3,797/mo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Monthly 1:1 · AI skills · Custom automation · Reports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5740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057400"/>
            <a:ext cx="36576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16712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AI WORKFORCE PRO — 19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30428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$3,277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4411" y="257098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74697" y="2570988"/>
            <a:ext cx="194983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278892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Shared AI workspace · Skills library · Weekly session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$6,574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94014" y="3460051"/>
            <a:ext cx="2230513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Save $500/mo by bundling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1005840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133502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0016" y="1417320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133502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Filevine limits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133502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Fractional CTO scopes and builds your automations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1883664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0016" y="196596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188366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Manual tasks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188366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AI skills for all 19 team members, weekly session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243230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0016" y="251460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243230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Where to start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243230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Your CTO helps prioritize which processes first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"A firm where the tedious work runs itself, and your team's time goes to clients."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
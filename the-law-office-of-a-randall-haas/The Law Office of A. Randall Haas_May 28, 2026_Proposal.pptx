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 OF A. RANDALL HAAS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Law Office of A. Randall Haas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Not in Google 3-pack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Contact form buried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Attorney-dependent 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financial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on Google — no 3-pack presence for any criminal defense keyword in Fort Lauderdale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after-hours intake: calls at night go to voicemail while competitors pick 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Two confirmed NAP conflicts suppressing local rankings every single day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133 five-star Google reviews and 39 years of experience — a powerful foundation to build 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Rossen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338 Google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Inc. 5000 · 9 offices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Robert David Malove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215 Avvo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41 yrs · Super Lawyers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Hager &amp; Schwartz, P.A.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87 Avvo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Multi-atty · top organic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Law Office of A. Randall Haas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133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 OF A. RANDALL HAAS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$91,000/Month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a self-managing team, and a profit plan — all four must work together. When they do, Randall can focus on the cases he loves while the business runs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$550K → $1.1M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Work the cases you choose — not the ones you chase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DUI, drug, sex crimes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LSA — Google Screened, top of page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site: fast, mobile, homepage 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conflicts to recover local rankings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homepage form to capture every visitor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Deploy after-hours intake coverage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same-day follow-up sequence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Train Gladys to run intake independently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leads without more ad spend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intake and case onboarding steps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Gladys's role and accountability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 by case type — find best work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foundation to grow the team next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Know what you earn, keep, and can grow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 OF A. RANDALL HAAS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build ·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$8,700–$19,000/mo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$6,500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$45,500 revenue · 5.2×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$117,000 revenue · 6.2×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&amp; LSA campaigns go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begins, new brand domain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conflicts fixed across all directories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kickoff, Gladys intake training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program active; 3-pack gains build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"39 years of criminal defense excellence — and a system that finally puts that reputation in front of every Fort Lauderdale prospect who needs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
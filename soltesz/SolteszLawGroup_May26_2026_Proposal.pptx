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SOLTESZ LAW GROUP</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Soltesz Law Group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ads · no 3-pack</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team</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Solo — all on Roland</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MONITOR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financial tracking</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Invisible online — not in 3-pack for any criminal defense search</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FindLaw routes calls to Pernik; Martindale shows wrong firm</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after-hours coverage — crisis leads go to competitors first</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9.7 Avvo rating + 100+ jury trials = instant trust when found</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Taylor &amp; Dolowich</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54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5.0 stars · top-reviewed in Salinas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Law Offices of William Pernik</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50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stars · Roland's former firm</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The Worthington Law Centre</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34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4.7 stars · board-certified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Soltesz Law Group</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SOLTESZ LAW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Build Your Independent Firm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a self-managing team, and a profit plan — all four must work together. When they do, Roland's credentials become visible to the clients who need them most, and the firm generates cases whether he is in the office or not.</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Stage 3 → Law Firm Owner</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Cases that come to you — not through someone else</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Turn Google into a case pipeline that runs daily</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Get Google Screened — own the top of the SERP</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Spanish ads — own Salinas's 55% Hispanic market</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Fix FindLaw + Martindale routing calls to Pernik</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Build 20+ Google reviews in 90 days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Answer every after-hours crisis call — not voicemail</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an intake script that converts first contact</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Follow-up sequence for leads who don't sign fast</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Web form so prospects can reach you after hours</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Track every lead from first call to signed case</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Know which case types earn the most per hour</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baseline: revenue, cost, and take-home</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Document intake so you can hire and delegate it</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Hire intake coordinator as case volume grows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Track ad ROI — know what every dollar returns</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SOLTESZ LAW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(EN+ES) · LSA · Local SEO · Meta Ads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 annual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$5,000–$10,000/mo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$4,000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(~7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~$28,000 revenue · 5.6×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(~16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~$64,000 revenue · 6.4×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launch — English + Spanish</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Apply for Google Screened LSA verification</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Google review outreach to former clients begins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Website rebuild — practice area pages go live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Coaching kickoff — baseline metrics + intake plan</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"The day your phone rings with a DUI case from someone who found you on Google — not from a former colleague — that is the day Soltesz Law Group becomes a firm."</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
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MOORE CHRISTOFF &amp; SIDDIQUI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Moore Christoff &amp; Siddiqui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— invisible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Speed-to-lead gaps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managing partner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ROI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Wrong GBP category hides firm from criminal defense searches in both markets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Robinson Law (266 reviews) and PNA Law (250) run ads MCS isn't running yet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Speed-to-lead gaps during trial weeks hand after-hours cases to competitors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5.0 rating with 10-attorney team — exceptional credibility to build 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Robinson Law, PLLC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266 reviews · 4.97★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Fairfax · Google Ads · 6× MCS count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PNA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250 reviews · 4.9★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LSA+PPC · 24/7 · 36 yrs in market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Nova Defenders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490 Birdeye · 4.9★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Fairfax · near courthouse · dominant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Moore Christoff &amp; Siddiqui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~44 reviews · 5.0★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MOORE CHRISTOFF &amp; SIDDIQUI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$3M by End of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 — not one at a time. When all four are in place, Sam can step back from the day-to-day and run Moore Christoff &amp; Siddiqui as CEO, with cases coming in from Fairfax and Alexandria whether or not he is in the building.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$2M → $3M by end of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Lead the firm as CEO, not its hardest-working attorney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GBP to 'Criminal Defense Lawyer' — today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LSA: earn the top Google 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DUI &amp; reckless in Fairfax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city pages: Alexandria + Fairfax criminal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case pipeline that runs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protocol: no call goes unanswered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Speed-to-lead: first response within 15 minutes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Follow-up sequence for every unconverted inquiry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Your 80-90% close rate gets a chance on every lead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losing cases you already paid to generate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managing partner role — free Sam as CEO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firm playbook: operations without partners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 by case type: DUI vs reckless driving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coaching builds the leadership structure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Make $3M a plan — profit by design, not discovery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MOORE CHRISTOFF &amp; SIDDIQUI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SEO · Meta · GBP optimization · City pages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MASTER'S CIRCLE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$4,997/mo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Leadership systems · Intake protocol · Masterminds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$11,997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$1,997/mo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$13,200–$25,000/mo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~$4,500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(13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$58,500 revenue · 4.4×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(30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$135,000 revenue · 5.4×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launch — Fairfax &amp; Alexandria criminal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 verification submitted for all 8 attorneys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category fixed; cover photo updated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kickoff: leadership + intake protocol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City landing pages live — SEO foundation built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firm I want runs whether I'm in trial or not — and the cases keep coming in from Fairfax and Alexandria."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
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5544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HARTWELL &amp; MONROE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384048"/>
            <a:ext cx="48463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Hartwell &amp; Monroe Law Group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Referrals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doing intake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Owner-dependent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swings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in Google Ads, LSA, and the local 3-pack across both practice areas.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Sarah personally handles intake — 40% close rate capped, after-hours leads lost.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Revenue swings month to month with no P&amp;L or channel-ROI visibility.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4.7-star GBP rating shows clients leave reviews when asked — base is real.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0"/>
            <a:ext cx="3886200" cy="4828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21808" y="109728"/>
            <a:ext cx="3749039" cy="2112264"/>
          </a:xfrm>
          <a:prstGeom prst="rect">
            <a:avLst/>
          </a:prstGeom>
          <a:solidFill>
            <a:srgbClr val="D1D5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67528" y="1056131"/>
            <a:ext cx="3657599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Website Screenshot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800" y="2267712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257800" y="2267712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0" y="2286000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2487168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3063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800" y="3310128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13248" y="335584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Marisol Vega Law Firm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0336" y="335584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412 reviews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3024" y="337413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LSA top 3 · bilingual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7800" y="3657600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13248" y="3703320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Travis Family Law Group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60336" y="3703320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287 reviews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3024" y="3721608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Google Ads · video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7800" y="40050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13248" y="40507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Ashford &amp; Pace Family Law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0336" y="40507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198 reviews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3024" y="4069080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Same Bee Cave corridor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57800" y="4352544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57800" y="4352544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13248" y="4398264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Hartwell &amp; Monroe Law Group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60336" y="4398264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34 reviews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93024" y="4416552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Jamie Caldwell | SMB Team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HARTWELL &amp; MONROE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$100K/Month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2487168" cy="1399032"/>
          </a:xfrm>
          <a:prstGeom prst="rect">
            <a:avLst/>
          </a:prstGeom>
          <a:solidFill>
            <a:srgbClr val="D1D5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613916"/>
            <a:ext cx="2395728" cy="21945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Staircase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450592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23744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743200"/>
            <a:ext cx="226771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Gen, Intake, Team, and Profit must work together. Missing any one means $1.2M lands as more work, not more freedom.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3456432"/>
            <a:ext cx="2487168" cy="65836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$680K → $1.2M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749039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Sarah is at her kids' games, not on intake calls.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Search across both practice areas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Google Screened verification for LSA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site: geo pages + Spanish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Meta retargeting + video ads on the rebuild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Systematize GBP reviews toward LSA threshold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 dedicated intake person — not an attorney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intake script and follow-up sequence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capture (24/7 GBP + web form)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Separate Family Law and Estate Planning paths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Target close rate lift from 40% to 55%+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org chart and KPIs for the team of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monthly P&amp;L plus channel-ROI dashboard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family law / estate planning case-mix target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Translate $1.2M into a month-by-month plan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Phase 2: add FCOO Advisor for ops layer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Jamie Caldwell | SMB Team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HARTWELL &amp; MONROE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6474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rebuild · Google Search · LSA · Meta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64748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Intake build-out · $1.2M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$10,200–$18,000/mo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~$4,600 blended (Family $5,500 / Estate $2,500)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(12–18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$55K–$83K revenue · ~5–8×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(24–32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$110K–$147K revenue · ~6–8×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Search + Meta on family + estate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Google Screened + GBP review program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Stand up intake function + after-hours capture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website rebuild with geo + Spanish paths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P&amp;L dashboard live; $1.2M operating plan locked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leads, the reputation, and the team are already there — the system to convert them while Sarah is at her kids' games is not, yet."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Jamie Caldwell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
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GLEN LARSON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Glen Larson Law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“The bottleneck is actually me.”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“We have all these bells and whistles, but they're not communicating with each other.”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“That's what's keeping me up at night is the operations.”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Small Business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Every new case waits on Glen's sign-off, slowing signing and eating his time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Every key decision runs through Glen, so the firm can't run without him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Growth runs in peaks and valleys, with no view of what each case costs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RANDY GOLD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GLEN LARSON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oppins"/>
              </a:rPr>
              <a:t>Your Growth Plan: 3 Priorities to Reach a Firm That Runs Without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Managers 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Operating Rhythm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Hand daily decisions to trained managers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clear roles and decision rights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Move case sign-off to a trained team lead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check-ins with an operator who knows law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a firm that runs while you're away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Connect Tools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Put AI to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Automate the active-case omission report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Connect your phone system and case tools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Roll out AI skills across all 15 seats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AI sessions keep your team moving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Spend less time chasing steps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Steady Profit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Protect Your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team time, not just dollars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Plan monthly profit instead of discovering it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Smooth the peaks and valleys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Protect your calendar and your two weeks 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RANDY GOLD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GLEN LARSON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FCOO DIRECTOR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$4,997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9087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373" y="1519428"/>
            <a:ext cx="1875155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$5,797/mo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Fractional COO · Manager development · Group coaching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6712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LEGAL AI WORKFORCE — FCTO L1 + AI 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$6,094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2046" y="257098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2332" y="2570988"/>
            <a:ext cx="1822195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8892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Fractional CTO · AI skills · Automations · 15 AI seats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$11,091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71560" y="3460051"/>
            <a:ext cx="2252967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$800/mo by bundling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Owner bottleneck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FCOO builds roles and manager ownership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Linked tools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AI skills and automations link work and reports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Time and clarity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Regular FCOO check-ins to build your plan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"Two weeks fully offline, a clear role, and a firm that keeps running without a single call to me."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RANDY GOLD | SMB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
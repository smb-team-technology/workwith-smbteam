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SPAGNOLA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The Spagnola Law Firm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LSA only, 5% convert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intake 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Solo; no backup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Revenue at $400K cap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Intake leaking 95% of paid leads — 1 consult from 21 LSA leads at $3K/mo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Google PPC for ~2 years while Kreider dominates paid positions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Firm is one person deep — any absence halts revenue and client service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Board Certified, Super Lawyer 2022–2026, 35+ years, 4.5 stars · 121 reviews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Kreider Attorneys at Law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648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 ★ · former judge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Law Ofc. Stephen E. Robertson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262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4.8 ★ · 7-day coverage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Woodruff Family Law Group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151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4.6 ★ · 3 Board Certified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The Spagnola Law Firm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121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SPAGNOLA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12 Cases/Month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must all work together. Most firms stall because one pillar is broken — usually intake or team. When all four work, Samuel can build a firm that runs and earns without requiring him to be in the room every 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$400K → $1M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A firm that earns while you're away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HHI-targeted PPC for contested divorce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that runs without you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LSA: lift conversion from 5% to 20%+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Activate Meta retargeting (you requested this)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reviews to close the 5x gap with Kreider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an intake coordinator — stop doing it yourself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contact form for after-hours lead capture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24/7 intake coverage beats Robertson's hours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consult close script for LSA leads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Update GMB hours — reclaim evening map visibility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a 2nd attorney to carry 12 cases/month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Coaching: accountability toward the 12-case goal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NAP: 3 phone numbers hurting local rankings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cost per case — know your true margins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Expand geo pages: Burlington, Winston-Salem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SPAGNOLA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mgmt · Meta retargeting · SEO · website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practice masterminds ·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$4,500–$18,000/mo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$8,000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$24,000 revenue · 5.3×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(15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$120,000 revenue · 6.7×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LSA optimization begins immediately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PPC launches — HHI targeted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Meta pixel installed, retargeting live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kickoff: intake &amp; 12-case framework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Review campaign producing new reviews weekly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day this firm converts leads without me on the phone is the day I finally have what I've been building toward."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
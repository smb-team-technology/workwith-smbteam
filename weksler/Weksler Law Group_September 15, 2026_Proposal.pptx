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WEKSLER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Weksler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Zero paid lead 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Only Ron can close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delegate exists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paid leads — competitors own the entire paid search and LSA market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Every close depends on Ron — consultations stall when he travels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delegate exists — the firm cannot run without Ron, even briefly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Reputation already outpaces every named local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Bornstein &amp; Smith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50+ yrs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Super Lawyers rec.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Finn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Multi-market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Builds city pages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Fischer / Gordon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Few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Thin content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Weksler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79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5.0★ Avvo, confirmed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WEKSLER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$1M+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 generation, intake, team, and profit — must work together. When they do, Ron can step away and travel without the firm losing a beat.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$500K → $1M+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Travel freely without the firm losing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Local Service Ads for estate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Google Business Profile category mismatch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Rebuild the website with one clear call to 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city pages for Hallandale &amp; Ft. Lauderdale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your reputation into leads that find you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self-scheduling so leads book without calling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contact form above the fold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Create a backup plan for after-hours inquiries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follow-up so no lead goes cold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Close clients without being the only one who can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revenue by practice area, not just gross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an FCOO Advisor to build delegation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Weekly coaching to build your leadership team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Know your real profit, not just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Step away and trust the firm still runs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WEKSLER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Website rebuild · LSA · Google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Monthly 1:1 · Masterminds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$5,500–$16,670/mo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$1,500–$3,000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$13,500 revenue · 2.5×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(23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$51,750 revenue · 3.1×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LSA for estate planning at $2,000/mo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GBP category mismatch &amp; begin local SEO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Begin weekly group coaching + 1:1 kickoff call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Website rebuild underway; fix homepage CTAs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Google Ads live across both practice areas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"I'd rather work less and get paid more — and actually be free to travel, not just answer calls from a different time zone."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
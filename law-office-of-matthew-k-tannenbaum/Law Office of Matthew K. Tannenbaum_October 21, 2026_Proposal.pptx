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LAW OFFICE OF MATTHEW K. TANNENBAUM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Law Office of Matthew K. Tannenbaum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“I'm so busy that I keep on saying to myself, I got to get in here and learn more about using the AI…”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“If I had the manpower, I probably would take tenants, but I just don't have the manpower.”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“Up until this year, I was working almost every Saturday.”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Every matter lands on one desk, so tenant work is turned away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Follow-up after the first screen waits on the owner's schedule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Owner hours go untracked, so the best use of time is unclear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LAW OFFICE OF MATTHEW K. TANNENBAUM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Get Your Saturdays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Put AI to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on Your Drafting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 managed AI seat with weekly support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Hand drafting and routine tasks to AI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Stop learning AI alone on nights and weekends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skills around landlord-tenant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Build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to Say Yes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coaching on building a lean structure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Plan the first hire and what to hand off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Take on tenant work you now turn away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Make a few Saturdays a year the new normal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Intake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what the answering service screens out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follow-up path that runs without you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your hours by matter type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Keep the boutique selective and profitable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LAW OFFICE OF MATTHEW K. TANNENBAUM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AI WORKFORCE PRO – STARTER (1 SEAT)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5905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6191" y="1519428"/>
            <a:ext cx="2188336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No stand-alone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1 seat · Weekly AI session · Month-to-month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757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6043" y="2570988"/>
            <a:ext cx="184848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$3,497/mo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Weekly group coaching · Masterminds · Workshops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$2,950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1639" y="3460051"/>
            <a:ext cx="2232888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$897/mo by bundling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Too busy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seat and weekly session take on drafting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No manpower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Elite Coach builds the structure to add capacity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Saturday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plus coaching make fewer weekends the norm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"Do all the stuff that I know it can do and I can sit back and let it work."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
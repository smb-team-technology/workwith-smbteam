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MCNEIL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McNeil Law Firm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Ads run; no attribution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26% close; no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attorney ceiling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Revenue −30% YoY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Revenue down 30% to $720K — ad spend has zero attribution to show what works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Page 2 rankings; competitors with 100+ reviews own every 3-pack position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financial plan — slow season arrives each year with no pipeline built for 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26% qualified close rate — conversion grows significantly with a defined intake system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McIlveen Family Law Firm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102 Google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3-pack dominant · family law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Parker Bryan Family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Not verified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9 Super Lawyers · downtown Raleigh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Gailor Hunt Davis Taylor &amp; Gibbs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Not verified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Est. 1994 · NC family law authority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McNeil Law Firm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67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MCNEIL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$1.5M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 — fixing one without the others only moves the bottleneck. When all four pillars work, John can stop dreading the slow season and run a firm with a full pipeline, every month.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$720K → $1.5M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Know the pipeline is full — never dread another slow season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Replace in-house PPC with tracked Google Ads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LSA account; build reviews from 67 to 100+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Meta retargeting for website visitors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city pages for Cary, Durham, Wake Forest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contact form above fold — stop losing warm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5-minute speed-to-lead response protocol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capture: voicemail + form autoresponse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Follow-up sequence for unresponsive qualified leads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Know which ads send cases — not just clicks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Monthly P&amp;L review — stop flying blind on numbers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paralegal — more cases, not more hours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Defined org structure: intake + operations roles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6-month pipeline forecast to plan for slow season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framework tied to the $1.5M goal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MCNEIL LAW 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$9,697/mo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website · review acquisition ·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group coaching · masterminds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$11,047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$2,147/mo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~$4,100 (blended)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~$24,600 revenue · ~7×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(11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~$45,100 revenue · ~9×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with conversion tracking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Audit &amp; optimize LSA account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homepage conversion optimization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structured review acquisition process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+ $1.5M accountability framework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pipeline is full. The slow season is just a line on a chart. Payroll is not a conversation anymore — because the system built it that way."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
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LEVINE FAMILY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Levine Family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referrals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answering 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Zero staff, solo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ROI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34 reviews vs. 319 and 1,000+ — invisible in the 3-pack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Google Ads at $800/mo: 5–10 clicks/day in a $90–$180/click market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answering service — every missed call is a $15K case lost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4.9 stars across 34 reviews — exceptional client satisfaction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Carmen G. Soto, PA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319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4.6★ · 3-pack dominant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FL Probate &amp; Family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1,000+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owns Maps pack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Fort Lauderdale PPC Market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$5K–$15K+/mo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outbidding every click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Levine Family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34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LEVINE FAMILY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$60,000/Month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miss any one and growth stalls. When all four pillars fire, Scott stops being the single point of failure and starts building the firm he has planned.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$360K → $720K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and trust the firm runs itself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Fund Google Ads to $3,500/mo — real lead volume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Enroll in LSA — pay per call, not per 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to 75–100 reviews to own the 3-pack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mismatch — unblock your GBP ranking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Never miss a call again — 24/7 answering service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intake script — qualify every lead on call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booking link so warm leads don’t go cold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 per call and cost per signed case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chat widget for prospects not ready to 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paralegal role — hire before you need to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$5,000 retainer floor and hold 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monthly dashboard: revenue by source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your evenings — delegation starts with hire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which cases generate the highest value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LEVINE FAMILY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SEO · Review Gen · Meta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framework · First-hire planning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$5,997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$3,500–$7,500/mo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$15,000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$60,000 revenue · 17×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(13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$195,000 revenue · 26×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application launched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Answering service live — 24/7 coverage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fix complete; review workflow running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75+ reviews building; 3-pack visibility climbing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Paralegal role built; expansion planning starts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credentials, the reputation, and the client satisfaction are already there — what is missing is the lead engine and the intake system to turn 29 years of excellence into a pipeline Scott can count on every single month."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
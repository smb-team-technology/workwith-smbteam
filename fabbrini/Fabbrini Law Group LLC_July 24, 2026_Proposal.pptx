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FABBRINI LAW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Fabbrini Law Group 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0/6 local searches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after-hours cover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builds own tools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KPI dashboard yet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Invisible in all 6 local searches tested despite 25 years in practice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NAP fragmented across 4+ addresses, splitting local search signals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No ops leader — owner personally builds the firm's AI tools and dashboard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Strong reputation: 4.7–4.8 stars across roughly 90–150 reviews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Disparti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3,400+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Dominant PI visibility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Salvi, Schostok &amp; Pritchard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200+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Tops every PI search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Rosenfeld Injury Lawyers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Active PPC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Heavy paid search spend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Fabbrini Law Group LLC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90–150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Absent from search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FABBRINI LAW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Build a Firm That Runs Without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lead generation, intake, team, and profit — have to work together. When they do, Jim can finally step away from casework and lead the firm strategically, using real numbers instead of guesswork.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Referrals → Predictable Case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away from casework — and trust it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Consolidate NAP across all listings &amp; directories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Search Ads for PI and criminal defense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Enroll in Local Service Ads for pay-per-lead cases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Meta retargeting so no visitor is lost for good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Google into a pipeline that runs without you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so no caller goes unanswered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defined follow-up sequence for every new lead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speed-to-lead so no case slips through cracks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Make the contact form visible on the homepage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 team that converts leads without you on every call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Bring in a Fractional COO Director to run operations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the KPI dashboard you're building alone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Free you from being the firm's own AI tool builder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Join Master's Circle for peer coaching at your stage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Run the firm from the numbers, not the case files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FABBRINI LAW GROUP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PLATINUM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$15,997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$18,997/mo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Website · Local SEO · Google Ads · LSA · Meta Ads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 + FCOO DIRECTOR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$8,394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$10,794/mo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Fractional COO Director · Weekly coaching · Masterminds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$24,391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$5,400/mo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$7,500–$30,000/mo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$6,500 (default estimate)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(2–3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$16,900 revenue · 2.3×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(12–13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$81,900 revenue · 2.7×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Search &amp; LSA campaigns for PI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Merge duplicate GBP listings &amp; fix NAP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Master's Circle + FCOO Director coaching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Meta retargeting using existing blog content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Geo-targeted landing pages live for nearby suburbs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"I want to escape daily legal work and focus on business strategy — and finally run this firm from the numbers, not the case files."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Nick Holderman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
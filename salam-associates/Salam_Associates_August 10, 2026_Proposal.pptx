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SALAM &amp; ASSOCIATES,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Salam &amp; Associates, P.C.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Invisible in 6/6 searches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~$600K/yr lost to slow follow-up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Owner does 75% of the 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Revenue $4M → ~$2M this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Slow, inconsistent intake follow-up is losing ~5 cases a month — about $600,000 a year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Fatima personally handles ~75% of the firm's work with no accountability structure behind her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Revenue is projected to fall from $4M to ~$2M this year as case volume drops from ~400 to ~175/year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21 years in business with an A+ BBB rating and attorney bios that build real trust once found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Fielding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128+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5.0★ · Richardson-based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MAS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500+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4.5★ · Richardson-based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Mullen &amp; Mullen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500+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4.9★ · 8x Top Choice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Salam &amp; Associates, P.C.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90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SALAM &amp; ASSOCIATES,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Before Marketing Restarts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must work together. Adding marketing spend on top of a broken follow-up process would only waste it. Fix coaching, AI automation, and intake first — then Fatima can finally step back and trust the firm runs without 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~$2M → ~$2.4M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back and trust the firm runs itself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Coach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Team to Self-Manage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Weekly coaching led by Peter Schultz begins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the accountability structure missing today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Reduce how much depends on Fatima catching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Practice area masterminds + quarterly workshops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 team that runs without her in every 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Automate the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Back Office with 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Fractional CTO L2 leads monthly custom AI builds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custom Fatima GPT for firm SOPs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Automate case notes and document tracking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Catch gaps like missing radiology bills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an automated client-retention campaign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Complete the transition to Alert Communications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AI-based instant lead routing 24/7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Recover the ~$600K/year lost to slow follow-up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the GBP photo and grow reviews past 200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Prove intake works before marketing restarts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SALAM &amp; ASSOCIATES,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(Peter Schultz) · masterminds · workshops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LEGAL AI WORKFORCE — FRACTIONAL CTO 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Fatima GPT · case/doc tracking automation · retention drip campaign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$1,097/mo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One-time onboarding: $14,997 (Law Firm AI Foundation Sprint, saves $5,000) — no ad spend in Phase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$7,500 (default 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Phase 2 planning, conservative: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$13.3K revenue · 1.33×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Phase 2 planning, aggressive: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$124.9K revenue · 2.50×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Coaching kickoff with Peter Schultz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Fractional CTO L2 scopes the Fatima GPT build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Alert Communications intake transition completes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GBP photo fixed, review campaign launches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Review the $600K/year leak — confirm it's closed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"Make the firm self-managing so I can retire from daily operations and run a new NGO."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
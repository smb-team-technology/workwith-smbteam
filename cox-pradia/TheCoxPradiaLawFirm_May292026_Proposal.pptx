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COX PRADIA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The Cox Pradia Law Firm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ads observed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Footer-only 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mgmt 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revenue tracking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Not running ads while competitors spend $250K–$900K+/yr on Google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Two addresses + 3 phone numbers across directories suppress 3-pack rank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live chat + footer-only form — after-hours leads leave unconverted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cost-per-case tracking — can't measure or optimize marketing ROI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Zehl &amp; Associates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1,262 reviews · 5.0★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Google Screened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Simmons and Fletcher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502 reviews · 4.9★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Google Screened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Terry Bryant Law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100 reviews · 4.6★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$272K/yr ads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The Cox Pradia Law Firm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51 reviews · 4.4★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COX PRADIA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Build Your PI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Gen, Intake, Team, and Profit must work together as one system. When all four pillars fire, Cox and Pradia can focus on the high-value cases that define their practice — while the firm handles the rest.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Referrals → Reliable Case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Focus on the cases that matter most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your main PI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LSA — pay per lead, not per click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NAP: unify address + phone everywhere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suburb pages: Katy, Sugar Land, Woodlands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Target Houston's Spanish-speaking community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Move contact form above the fold 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live chat — never miss an after-hours case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Avvo reviews for Jonathan Cox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speed-to-response and intake close 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review velocity — 10+ new per month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Define team KPIs — run without partner input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cost per case by lead source from day 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Set monthly revenue and case volume targets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management layer between partners + staff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Phase 2: add ops support when volume confirms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COX PRADIA LAW 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SEO · Website optimization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Masterminds · Workshops · 1:1 strategy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$13,200–$22,000/mo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$50,000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$150,000 revenue · 11×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(7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$350,000 revenue · 16×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campaigns launched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NAP corrected across all major directories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Above-fold form + live chat on homepage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Suburb landing pages live — Katy, Sugar Land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10+ new Google reviews; 3-pack momentum building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"Forty years fighting for Houston families, and the system to match it — more cases, better clients, and the freedom to choose the work that matters."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Nick Holderman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
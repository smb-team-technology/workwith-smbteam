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RYE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Rye Law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Zero paid presence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Off-site form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Owner entrenched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$50K AR uncollected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Zero paid presence across all 5 practice areas while named rivals dominate every search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An off-site contact form and no live chat let interested prospects vanish before converting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Rick remains personally entrenched in daily ops with no leadership layer to fill 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A stable 4-person team and ~350 active files already in motion, ready to scale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3: Solo Practitioner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Chaudhary Law Office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~300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4.8★ · Immigration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Zinati Kay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310-474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4.9★ · Real Estate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Simple Divorce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57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4.8★ · Same street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Rye Law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Unverified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Live count TBD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RYE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Build a Firm That Runs Without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All four growth pillars — leads, intake, team, and profit — have to work together. When they do, Rick can finally step back from the day-to-day and let Rye Law run.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Referrals → Predictable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Step back and trust the firm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Google Ads for immigration &amp; family law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referrals into a trackable, paid pipeline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local SEO across all 4 GTA offices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Meta retargeting on your existing audience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Claim and verify your Google Business Profile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Replace the off-site form with a native 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after-hours coverage so no lead goes cold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a follow-up sequence for every new lead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every lead source for the first time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existing case volume into faster signings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Document delegation for your 3 law clerks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Collect the $50K in outstanding AR faster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real visibility into case profitability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Create a plan instead of reacting to cash flow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Free Rick from being the firm's only engine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RYE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ELITE COACH 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$3,497/mo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Coaching · Delegation Frameworks · Financial Visibility · Masterminds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$3,200 /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$297/mo vs. stand-alone pricing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Marketing and ad spend are not part of this initial engagement — revisited once the leadership structure is in place.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WHAT ELITE COACH PLUS DELIVERS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Coaching cadence: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Dedicated SMB Team coach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Delegation framework: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Built for 3 clerks + bookkeeper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Financial visibility: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AR &amp; expense cycle mapped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Weekly coaching sessions &amp; mastermind enrollment begin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Weeks 2-4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Delegation framework drafted for clerks &amp; bookkeeper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Weeks 1-4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Financial visibility work starts on AR &amp; expense cycle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1-2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Outstanding AR collection runs in parallel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2-3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First profit-plan groundwork laid across all 5 practice areas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"I want a business that runs independently — so I get more freedom, not more to manage."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
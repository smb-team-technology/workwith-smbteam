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RYE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Rye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Zero paid presence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Off-site form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entrenched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$50K AR uncollected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presence across all 5 practice areas while named rivals dominate every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An off-site contact form and no live chat let interested prospects vanish before converting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Rick remains personally entrenched in daily ops with no leadership layer to fill 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A stable 4-person team and ~350 active files already in motion, ready to scale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Chaudhary Law Office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~300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Immigration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Zinati Kay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310-474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Real Estate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Simple Divorce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57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Same street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Rye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Unverified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Live count TBD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RYE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a Firm That Runs Without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growth pillars — leads, intake, team, and profit — have to work together. When they do, Rick can finally step back from the day-to-day and let Rye Law run.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Referrals → Predictable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immigration &amp; family law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referrals into a trackable, paid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local SEO across all 4 GTA offices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Meta retargeting on your existing audience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and verify your Google Business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the off-site form with a native 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so no lead goes cold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follow-up sequence for every new lead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source for the first time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existing case volume into faster signings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delegation for your 3 law clerks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Collect the $50K in outstanding AR faster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real visibility into case profitability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a plan instead of reacting to cash flow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Rick from being the firm's only engine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RYE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Meta Ads · Local SEO · Website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$4,997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$700/mo vs. stand-alone pricing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$3,500–$11,500/mo paid directly to Google/Meta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$4,700 (blended)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(4 cases/mo):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$18,800 revenue · 5.4× 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(16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$75,200 revenue · 6.5×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live for immigration &amp; family law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Native contact form replaces the JotForm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verified, review generation begins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Lead follow-up sequence goes live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retargeting layers on existing audience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a business that runs independently — so I get more freedom, not more to manage."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
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PASSARINI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Passarini Law,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Marketing paused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ops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documented workflow exists from intake through off-boarding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Andrea works ~80 hrs/week with no operations structure independent of her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revenue baseline, close rate, or case value to measure the growth goal against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20+ years of credibility and a growing, in-demand immigration caseload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Melissa Dacunha, P.A.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family law &amp; immigration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Renata Castro / USA4ALL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immigration boutique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Mark R. Manceri, P.A.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14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probate specialist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Passarini Law,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PASSARINI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Double or Triple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growth firms across four pillars — Lead Generation, Intake, Team, and Profit. For Passarini Law, the priority right now is Team and Profit: the systems that let Andrea step back and retire on her own terms.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~$250K → 2–3×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from the firm — and finally retire on her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Foundation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errors on Avvo &amp; Justia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the passarinilaw.site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review-request habit at case close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geo-pages for nearby cities (Phase 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Grow visibility now — safely, with zero ad 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the intake-to-off-boarding workflow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contact form above the fold on 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paralegals scripts, not guesswork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defined follow-up sequence for new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Andrea from handling every intake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tribal knowledge into written playbooks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role clarity for the paralegal team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monthly revenue &amp; case value in Clio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90-day capacity checkpoint before scaling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Andrea a real number behind her retirement plan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PASSARINI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playbooks · Accountability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$2,600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Phase 2 ad spend (not now): $3,500–$14,000/mo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~$4,250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$22,000 revenue · 6.3×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(25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$106,000 revenue · 7.6×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with a process-mapping session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Draft first playbooks for family law &amp; immigration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Assign clear paralegal roles for intake &amp; follow-up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monthly revenue &amp; case-value tracking in Clio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Capacity checkpoint — decide when to add marketing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"Five years from now, this firm runs without me — and I finally get to retire on my own terms."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
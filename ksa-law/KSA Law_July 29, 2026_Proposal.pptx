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KSA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KSA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from referrals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proposal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Litigation capacity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Self-funds expenses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Cash flow strain forces Kelly to personally fund firm expenses monthly.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An unmeasured proposal close rate risks losing large VC-fund engagements.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The litigation team is already at capacity, months after launch.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Kelly grew KSA Law from solo to 7 people in 4 months on referrals alone.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MSB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Best Law Firms x3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Ranked in 3 practice areas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Cook Ellis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4.6* (TrustAnalytica)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15+ yrs, same client base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Other KC firms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not benchmarked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GBP data limited this session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KSA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KSA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$5M ARR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Team's model works across four pillars — Lead Generation, Intake, Team, and Profit — building the systems that let a firm scale without more hours from its owner. When Kelly's proposal process and financial visibility are in place, she can finally step back from personally funding KSA Law's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$570K → $5M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from personally funding the firm's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Strengthen Your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Digital Presence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bot-wall blocking ksagc.com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your Google Business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directory listings under KSA Law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 traffic into booked calls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VC-backed founders proof before they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the Proposal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Close More Deals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baseline close rate on GC proposals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repeatable pitch framework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defined follow-up cadence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Kelly from closing every deal alone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today's referrals into signed retainers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real cash flow visibility with an FCFO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Kelly from self-funding expenses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Relieve the litigation capacity bottleneck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leadership layer beneath Kelly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Hit break-even, then profitability, on schedule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KSA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FRACTIONAL CFO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Cash flow plan · Profit plan · Group coaching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1:1 coaching · Proposal strategy ·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$6,497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Marketing was not part of this call — scoped separately once this foundation is in 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N/A — retainer/project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Ad spend (this phase):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Not part of this phase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Future phase (Roadmap 3/4):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Marketing scoped separately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proposal working session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FCFO Advisor cash flow &amp; financials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litigation team capacity 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ARR, website &amp; GBP open research items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Identify first internal leader beneath Kelly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"Break-even by October. Profitability by year-end. And a firm built to hit $5M — without me covering the gap myself."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
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IMMIGRATION LAW OFFICE OF RONEN KURZFELD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Immigration Law Office of Ronen Kurzfeld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3 channels collapsed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 runs intake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leadership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Collections leaking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Organic page 6+, Maps inconsistent, PPC ineffective — 50% lead drop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Ronen personally handles intake &amp; billing — no delegation in place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Monday.com broken: leads fall out, lawyers missing filing deadlines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371 Google reviews at 4.9★ — stronger than most Toronto competitors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Mamann Sandaluk LLP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783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4.8★ · Dominates organic &amp; Maps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Matkowsky Immigration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600+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4.8★ · Google/Microsoft retargeting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VisaPlace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1,100+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National · digital-first leader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Immigration Law Office of Ronen Kurzfeld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371 reviews · 4.9★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IMMIGRATION LAW OFFICE OF RONEN KURZFELD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$4–5M CAD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work together. One broken pillar limits what all the others can produce. When all four work, Ronen can step back from the day-to-day and trust the firm grows without him in the middle of every function.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$2–3M CAD  →  $4–5M CAD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back —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Restore rankings: fix NAP &amp; consolidate domains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 — 371 reviews qualify for top placement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PPC: Express Entry &amp; spousal terms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retargeting: recover visitors who didn't convert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lead pipeline that runs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retainer follow-up for non-signers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Designate an intake lead with a documented process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call routing &amp; after-hours coverage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Monday.com workflow so no lead falls out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more leads without spending more on ads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AI use policy: eliminate citation risk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invoice reminders — stop the leak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Create team accountability: end daily escalations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profit monthly: know what you actually keep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Delegate billing — free Ronen's time for growth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IMMIGRATION LAW OFFICE OF RONEN KURZFELD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Meta · Local SEO recovery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MASTER'S CIRCLE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$4,997/mo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Annual workshop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$11,997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$1,997/mo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$3,000–$12,000/mo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$15,000 revenue · 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(~16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$80,000 revenue · 7×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PPC &amp; LSA campaigns live — paid leads flowing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&amp; NAP cleanup launched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Retainer follow-up sequence activated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Master's Circle kickoff: delegation roadmap set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Organic recovery tracked; AI use policy deployed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"Intake off my plate. Billing off my plate. The firm grows — and I trust it runs correctly whether or not I am there."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
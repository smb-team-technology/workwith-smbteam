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HERNANDEZ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Hernandez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Referral network slowing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 handles most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Everything routes to owner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margin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Revenue declining to ~$500K in 2026 vs. ~$1M in prior years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GBP category/address mismatch hides firm from local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Intake bottlenecks through Tatiana during litigation weeks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Growing team of 2 staff, a law clerk, and a contract attorney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Stage: Owner Runs Everything  →  Goal: A Firm That Runs Itself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Setareh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17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25+ yrs · $1B+ recovered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Matern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19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Strong intake reputation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Blady Workforce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17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AV-rated · LA-based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03A59"/>
                </a:solidFill>
                <a:latin typeface="Poppins"/>
              </a:rPr>
              <a:t>Hernandez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HERNANDEZ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5+ Cases a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Marketing, Intake, Team, and Profit — must work together. When all four pillars work, Tatiana can finally step away from the intake pile and trust the firm still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~$500K → 5+ cases/mo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away from intake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GBP category &amp; address for local visibility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Consolidate EN/ES sites into one bilingual asset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English-language Google Ads campaigns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reviews so prospects trust you, not just referrals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case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the consultation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coverage so leads aren't missed after hours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follow-up sequence for slower responders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Reduce delays during your busiest litigation weeks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Let cases come in without routing through you first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what your law clerk &amp; attorney own directly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margin visibility beyond the overhead number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Confirm ad spend is still paying for itself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monthly reporting on lead source and conversion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Give Tatiana back the bandwidth discovery weeks take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HERNANDEZ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GBP fix · EN/ES site consolidation · SEO · reviews · Spanish PPC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$3,497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$300/mo by bundling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$3,000–$5,000/mo paid directly to Google/Meta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$30,000–$50,000+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(3 cases/mo):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$120,000 revenue · 40×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(6–7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$272,000 revenue · 54×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corrected bilingual Google Ads campaigns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GBP category &amp; Beverly Hills address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Begin EN/ES site consolidation &amp; on-page SEO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review generation sequence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Baseline reporting on lead source &amp; conversion live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want a firm that keeps generating cases and taking care of clients whether or not I'm the one answering the phone that day."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
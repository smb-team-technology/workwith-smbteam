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FERRELL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Ferrell Law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100% from referrals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delegation exists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Solo — capped at 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profit plan yet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Zero online reviews vs. 90-243 for named competitors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CRM, no after-hours coverage — leads can be lost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Revenue swung $100K-$700K/yr with no profit plan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Mobile-responsive site with a real attorney bio in place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Foster Wallace,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243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$1B+ settlements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McShane &amp; Brady,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122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SEO-built site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Dickerson Oxton,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N/A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Est. 2010 · KC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Ferrell Law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FERRELL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$250K-$350K Net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must work together. When they do, Andrew can finally step away and trust the firm runs, leaving room for family, investments, and ministry.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$250K → $350K net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Time back for family, investing, and ministry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 up a Google Business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Ads into a pipeline that runs itself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Finish the website before sending it traffic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directory presence and fix NAP errors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Start generating verified client reviews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Move the contact form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 clear call to action on the homepage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simple, defined follow-up process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coverage for new inquiries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your time by not chasing every lead alone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profit plan around your net profit goal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proven lead flow into a confident hire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Delegate admin work so you can practice law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case value to protect your margins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Scale to 20 cases without scaling your hours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FERRELL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$7,500–$20,000/mo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$6,500 (PI default)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(~4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$24,000 revenue · 3.2×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(~14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$88,500 revenue · 4.4×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Ads and stand up GBP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Website finished, ready for ad traffic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Elite Coach Plus coaching kicks off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Directory listings corrected and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First reviews live, lead flow established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"Gain more time for family, investments, and ministry work."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
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THODE LAW FIRM P.C.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Thode Law Firm P.C.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“…she only works during working hours.”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PI lead source means the 2027 goal has no pipeline behind 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Evening and weekend inquiries wait, and the first firm to answer often wins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As the only litigator, every new case adds to your own hours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THODE LAW FIRM P.C.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6 PI Cases a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Launch Your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PI Lead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Google ads aimed at Denver truck accident searches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Local Service Ads that pay only per real call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Facebook and Instagram retargeting and video ads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family law SEO and rankings untouched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pipeline of larger cases that funds your retirement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Answer evening and weekend inquiries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Write screening criteria for truck and wrongful death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Have your paralegal pass along only the right cases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Confirm the website AI chat agent is live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Protect your limited hours for the cases you want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target cost per signed case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target case value and monthly return review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Decide the caseload that triggers your first hire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for cash lag before fees arrive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income that lets you retire on your timeline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THODE LAW FIRM P.C.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27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5563" y="1519428"/>
            <a:ext cx="18789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standalone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LSA · Meta Ads · Monthly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$3,497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549" y="3460051"/>
            <a:ext cx="224497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Standalone rate, no bundle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$7,500–$20,000/mo — to win Denver truck accident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$6,500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(~3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~$21,000 revenue · 2.8×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(~11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~$73,000 revenue · 3.7×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Cases wanted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Google, LSA, and Meta ads with monthly reporting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Larger cases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Built on truck and wrongful death searches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Keep your SEO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Runs separately from your family law SEO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"Make real money from a practice built on the cases I choose, then retire on my own timeline — not a day longer than I have to."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
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LOPEZ TEAL REAL ESTATE LAW &amp;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Lopez Teal Real Estate Law &amp; Title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100% referral-based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CRM/delegation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Owner is sole rainmaker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firm-wide profit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Annette is the sole rainmaker, working 50-60+ hours a week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100% of new business runs through personal referrals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Directories still list the firm under its prior name/address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Already tracks file profitability: $15k luxury vs. $2k standard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Strang Tryson, PLLC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Unconfirmed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Has Coconut Grove SEO page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Jacqueline A. Salcines, PA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Unconfirmed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26-yr Coral Gables brand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Almazan Law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Unconfirmed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Same luxury RE niche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Lopez Teal Real Estate Law &amp; Title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Unconfirmed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Verify live before call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LOPEZ TEAL REAL ESTATE LAW &amp;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Build a Sellable Firm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must work together. Missing any one means the firm stalls no matter how strong the reputation is. When delegation and a profit plan are in place, Annette can finally step back and trust the firm still runs — and still sells.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2-3x  →  4-5x sale multiple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Step back and still have a firm worth selling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Reduce 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Dependence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Operational assessment of referral &amp; file handoffs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first delegation plan off Annette's plate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Stand up referral tracking — no lead lost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Join weekly group coaching sessions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Join practice area masterminds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Build a Firm-Wide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file-level insight into firm-wide margin 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progress toward the 4-5x sale multiple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Attach a real number to 'sellable'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Structure numbers for buyer due diligence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Review profit plan against goals quarterly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Prepare For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Diversified Growth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Evaluate institutional/lender client relationships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Clean up directory listings under the current brand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Scope geo-targeted content for Coral Gables niche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Revisit sale-readiness against Phase 1-2 milestones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Introduce owned lead gen once dependence is fixed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LOPEZ TEAL REAL ESTATE LAW &amp;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FCOO ADVISOR — STAND-ALONE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$3,797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Fractional COO advisory · weekly group coaching · masterminds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$3,797 /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No marketing package included this round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No paid ad spend included — marketing is not part of this engagement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WHY FCOO ADVISOR, WHY 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Current sale multiple: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2-3x revenue (referral-only, today)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Target sale multiple: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4-5x revenue (diversified)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This engagement: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$3,797/mo · ~3.5% of 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FCOO Advisor kickoff &amp; ops assessment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First delegation plan takes shape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Referral tracking process stood 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Firm-wide profit plan structure begins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Group coaching + sale-multiple tracking live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"A firm someone else could run — and I could finally sell."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
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LASSER LAW GROUP</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Lasser Law Group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7</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C0392B"/>
                </a:solidFill>
                <a:latin typeface="Calibri"/>
              </a:rPr>
              <a:t>CRITICAL</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No ads / no 3-pack</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No live chat / form</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No mgmt layer yet</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margin tracking</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Zero paid ads, LSA, or 3-pack presence — online clients go to competitors</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3.6-star rating with 24 reviews actively losing comparison-shopping clients</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No above-fold contact form — website visitors leave without engaging</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20+ yrs expertise, 9 attorneys, video podcast — credibility already built</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Goal: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Goldberg &amp; Lindenberg PC</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57 reviews · 4.2★</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landlord-tenant dominant</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Gallet Dreyer &amp; Berkey LLP</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50+ yr history</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co-op/condo institution</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Belkin Burden Goldman LLP</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60 attorneys</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Chambers-ranked · 300+ boards</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Lasser Law Group</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24 reviews · 3.6★</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LASSER LAW GROUP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$2M Revenue</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Four pillars — Lead Generation, Intake, Team, and Profit — must all work together. When any one is missing, growth stalls regardless of effort or spend. When all four fire together, Lasser Law Group becomes the firm that clients in New York find first, choose first, and stay with — and Stephen Lasser gets to lead instead of manage.</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~$1M → $2M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Lead the market. Step back. Trust the firm runs.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Launch Google Ads for all 3 practice areas</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Enroll in LSA — get Google Screened badge</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Recover GBP rating above 4.0 stars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Repurpose video podcast into paid ad content</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Claim top-3 local pack for NYC RE searches</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Move contact form above the fold today</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Build same-day web lead response process</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Add after-hours coverage for urgent clients</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Track every lead from contact to signed</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Fix FindLaw + Yelp NAP — recover SEO signals</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Add dedicated intake coordinator role</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Build KPI dashboard per practice area</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profit margin by matter type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Create Westchester + LI geo landing pages</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Build management layer across 3 offices</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LASSER LAW GROUP</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 LSA · Website · Local SEO · Meta Ads</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Intake audit · KPI framework ·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$10,000–$25,000/mo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$9,000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(13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$117,000 revenue  ·  11.7×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(38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$342,000 revenue  ·  13.7×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Strategy kickoff — campaigns begin setup</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Google Ads + LSA campaigns go live</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3</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Website rebuilt, contact form above fold</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6</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GBP optimized, review generation live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Geo landing pages + coaching rhythm active</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"The expertise to dominate New York real estate law already exists inside this firm — what is missing is the system to make it visible to every client searching right now."</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Randy Gold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
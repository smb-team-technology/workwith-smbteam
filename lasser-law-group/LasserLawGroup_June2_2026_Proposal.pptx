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LASSER LAW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Lasser Law Group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ads / no 3-pack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live chat / 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mgmt layer yet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margin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Zero paid ads, LSA, or 3-pack presence — online clients go to competitors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3.6-star rating with 24 reviews actively losing comparison-shopping clients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above-fold contact form — website visitors leave without engaging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20+ yrs expertise, 9 attorneys, video podcast — credibility already built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Goldberg &amp; Lindenberg PC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57 reviews · 4.2★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landlord-tenant dominant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Gallet Dreyer &amp; Berkey LLP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50+ yr history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co-op/condo institution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Belkin Burden Goldman LLP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60 attorneys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Chambers-ranked · 300+ boards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Lasser Law Group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24 reviews · 3.6★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LASSER LAW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for Lasser Law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SMB Team builds the four pillars of a self-managing law firm: Lead Generation, Intake, Team, and Profit. When all four work together, Stephen Lasser can lead the firm rather than run it — and Lasser Law Group becomes the dominant real estate firm in New York it was built to 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Stage 4 → Stage 6 Law Firm 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Be the first call in NYC real estate law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all 3 practice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Enroll in LSA — get Google Screened 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Recover GBP rating above 4.0 stars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Repurpose video podcast into paid ad content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Claim top-3 local pack for NYC RE searches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 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same-day web lead response process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coverage for urgent clients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every lead from contact to signed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FindLaw + Yelp NAP — recover SEO signals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dedicated intake coordinator role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KPI dashboard per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profit margin by matter type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Create Westchester + LI geo landing pages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management layer across 3 offices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LASSER LAW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FCOO ADVISOR — OPERATIONS PACKAGE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$2,297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$2,797/mo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Fractional COO · coaching · masterminds · workshops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$2,297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$500/mo vs. stand-alone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When Phase 2 marketing launches: ad spend goes directly to Google/Meta platforms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$9,000 blended estimate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(1 recovered case/mo):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$9,000 revenue · 3.9× ROI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(3 recovered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$27,000 revenue · 11.7× ROI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FCOO Advisor kickoff; firm ops assessment begins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Role clarity defined; intake process documented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generation system launched firm-wide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GBP optimized with Super Lawyers credentials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Documented ops framework across all 3 offices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“The operational infrastructure to grow this firm predictably — intake systems, team accountability, and a management layer that runs without the managing partner being the center of everything — is exactly what this engagement delivers.”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
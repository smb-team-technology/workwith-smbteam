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CURRENT SHIFT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Current Shift Legal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“We don't have a process at all to make sure that people are following up regularly on clients”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“Our tech costs are increasing, and we're a super small team”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Manual steps before and after the intake call slow every new client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Attorneys feel stretched at ~40% billable while admin eats their time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Hand-built reports leave fixed-fee pricing and margin to guesswork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CURRENT SHIFT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Grow Margin, Not Headcount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Intake &amp; Scheduling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Form to engagement letter with fewer manual steps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Only the 30-minute call needs a human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Self-service scheduling and rescheduling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your team its time back for creative work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pre-built legal skills to work weekly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Put Follow-Up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Reporting on Autopilot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Follow-up nudges so no matter goes quiet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Dashboards that refresh themselves, not in Excel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Capture emailed advice in one searchable place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implementation session to build it out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Tools in place of another assistant hire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Grow Margin,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Not Headcount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fixed-fee pricing and scoping with confidence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Raise billable share without adding attorneys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coaching and 1:1 accountability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Peer masterminds with other firm owners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firm that grows without 20 attorneys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CURRENT SHIFT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—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5905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6191" y="1519428"/>
            <a:ext cx="218833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1 AI user · Pre-built legal skills · Weekly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3564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3851" y="2570988"/>
            <a:ext cx="186067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$3,497/mo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coaching · 1:1 accountability · Masterminds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$3,550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6536" y="3460051"/>
            <a:ext cx="221799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$297/mo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Grow, not hire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workspace plus margin coaching, no new hire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 by hand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Weekly sessions to automate the intake workflow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Hourly to fixed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on fixed-fee pricing and scoping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referrals are already there — the systems to grow margin without adding headcount are what is missing."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
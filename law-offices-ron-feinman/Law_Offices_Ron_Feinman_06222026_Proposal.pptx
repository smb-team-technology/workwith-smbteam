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LAW OFFICES OF RON FEINMAN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Law Offices of Ron Feinman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Referrals only, no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documented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Lost 2 attorneys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financial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Invisible online — 4 reviews vs. competitors' 11–36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Lost 2 attorneys; Ron managing caseload &amp; hiring alone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paid ads — growth depends entirely on referrals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5.0-star Google rating — highest quality signal locally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Davies &amp; Davies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36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4.7★ · leads estate planning pack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Estate &amp; Elder Law Center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13+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4.7★ · elder law specialist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A.R. Pike Law Firm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~11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4.6★ · consistent 3-pack presence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Law Offices of Ron Feinman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4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LAW OFFICES OF RON FEINMAN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$2.5M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SMB Team builds all four pillars at once — marketing, intake, team, and profit. When they work together, Ron can step back and trust the firm runs without him.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$1.25M → $2.5M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Firm runs — Ron steps 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lead pipeline that runs itself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Dominate local pack before a rival claims it first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 — pay per lead, not per click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review volume: 4 reviews to 30+ in 90 days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inconsistencies suppressing Google ranking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intake script for complex elder law consults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— prospects don't wait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inquiry so no lead falls through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Respond first — first firm to reply wins the case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Delegate intake from Ron; reclaim 3–4 hrs/day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hiring system that attracts A-player attorneys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Fill paralegal role now — critical ops gap open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2 attorneys for complex elder law caseload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Dashboard: revenue, margin, cost-per-matter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Phase in FCOO leadership once team is rebuilt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LAW OFFICES OF RON FEINMAN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Ads · SEO · Review gen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MASTER'S CIRCLE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$4,997/mo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workshops · annual event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$11,997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$3,500–$14,000/mo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$3,000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$9,000 revenue · 2.1×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(12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$36,000 revenue · 2.6×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— hiring priorities set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live for elder law searches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campaign + GBP optimization live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audit and citation cleanup complete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25+ new reviews added, ads producing leads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"A well-oiled machine that runs without me — 3 to 4 hours back every day, the right team in place, and the freedom to build the practice I actually want."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
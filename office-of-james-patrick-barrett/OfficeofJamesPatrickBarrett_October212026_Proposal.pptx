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OFFICE OF JAMES PATRICK BARRETT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Office of James Patrick Barrett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85953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859536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16736"/>
            <a:ext cx="4069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406908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Small Business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316736"/>
            <a:ext cx="4069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463040"/>
            <a:ext cx="406908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LEAD GENERATION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Phone visitors may leave: the mobile site scores 33/100 and loads in ~21 seconds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The form promises a reply in 24 to 48 hours, so a faster firm can win the case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PROFIT PLAN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Cost per signed case is unknown, so ad dollars cannot yet be tied to results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JONATHAN FARACE | SMB TEAM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OFFICE OF JAMES PATRICK BARRETT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for Predictable 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the Marketing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Engine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Rebuild the site to load fast on every phone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Clean up the firm name and listings everywhere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Launch Google Ads and Local Service Ads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Add Facebook and Instagram retargeting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Turn a 35-year reputation into steady new cases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Fix Intake 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Stop Losing Cases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Set a same-day reply standard for web inquiries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Move the consultation form above the fold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Add a one-tap call or text option on mobile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Track each inquiry from first click to signed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Name one owner for response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Name an owner for marketing and intake results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Track cost per signed case by channel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Review a simple weekly growth scorecard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Plan the next phase: operations, then finance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Direct each growth dollar using real 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JONATHAN FARACE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OFFICE OF JAMES PATRICK BARRETT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FULL SERVICE MARKETING — PLATINUM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$18,997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1294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1580" y="1519428"/>
            <a:ext cx="1742948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stand-alone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Website · Google Ads · LSA · Meta Ads · SEO · GBP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$18,997 /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6625" y="3460051"/>
            <a:ext cx="216790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Stand-alone pricing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858768"/>
            <a:ext cx="4041648" cy="384048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58768"/>
            <a:ext cx="3675887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+ Ad spend: $7,500–$30,000/mo — to turn Tallahassee injury searches into signed cases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005840"/>
            <a:ext cx="4297680" cy="1298448"/>
          </a:xfrm>
          <a:prstGeom prst="rect">
            <a:avLst/>
          </a:prstGeom>
          <a:solidFill>
            <a:srgbClr val="F0FAF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1152144"/>
            <a:ext cx="3895344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B6B4A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1444752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Average case value: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1444752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0B6B4A"/>
                </a:solidFill>
                <a:latin typeface="Poppins"/>
              </a:rPr>
              <a:t>$6,500 (est.)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0016" y="1673352"/>
            <a:ext cx="4041648" cy="256032"/>
          </a:xfrm>
          <a:prstGeom prst="rect">
            <a:avLst/>
          </a:prstGeom>
          <a:solidFill>
            <a:srgbClr val="E2F3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1737360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1B2A38"/>
                </a:solidFill>
                <a:latin typeface="Poppins"/>
              </a:rPr>
              <a:t>Conservative  (~1–2 cases/mo):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1737360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~$10,000 revenue · 1.3× ROAS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2020824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Aggressive  (~9 cases/mo):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020824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~$58,500 revenue · 2.0× ROAS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487168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2734056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0016" y="281635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2734056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Slow mobile site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2734056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Rebuild focused on mobile speed and conversion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3081528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0016" y="316382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3081528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Local visibility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3081528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Local SEO and Google Business Profile management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3429000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00016" y="351129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3429000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Unconfirmed ads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3429000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Google, LSA and Meta managed by practice area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"Thirty-five years of trust, working for us every hour of every day — and the right cases finding us first."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JONATHAN FARACE | SMB 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
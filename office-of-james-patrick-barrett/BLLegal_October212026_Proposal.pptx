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BL Legal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“Increase everyone's awareness of them like outside of their referral network.”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 certainly is not a testament to a strong intake process.”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Nearly every case is a referral, so growth stalls without a system you own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 week or two to sign a client lets a faster firm win the case first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Spend can't yet be tied to signed cases, so budget can't follow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Lead Tallahassee Digitally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Rebuild the site to load fast on every phone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Own your whole Google footprint, map to reviews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Google Ads and Local Service Ads by case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Facebook and Instagram retargeting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Become the digital pioneer of this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same-day reply standard for new leads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Update the 24 to 48 hour promise on the form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follow-up plan for digital leads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Screen after-hours calls, not just take messages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each lead from first click to signed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one owner for the marketing-to-intake handoff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signed cases by source every week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case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the next phase: operations, then finance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Show leadership proof that every dollar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PLATINUM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$18,997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29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1580" y="1519428"/>
            <a:ext cx="17429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SEO · GBP · Reviews · Google Ads · LSA · Meta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$18,997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6625" y="3460051"/>
            <a:ext cx="216790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Ad spend: $9,200–$30,000/mo — to turn Tallahassee injury searches into signed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$35,000 (firm-reported)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(~2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~$77,000 revenue · 8.4×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(~9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~$317,000 revenue · 10.6×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SEO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Rebuild, content, local SEO and reviews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Wider awareness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Google, LSA and Meta managed by practice area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Cases signed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Reporting reviewed with you against signed cases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"There's a real room for us to run as the digital pioneers of this market."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
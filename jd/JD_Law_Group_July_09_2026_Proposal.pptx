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JD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JD Law Group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0 indexed pages on PI 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65% close rate — declining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3-person team, no ops role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Revenue down 85% from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Case volume collapsed 88% (criminal) and 82% (PI) year-over-year — firm on pace for 25% of 2025 revenue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roswelllegal.com has zero indexed pages; chancoschiffer.com still live, indexed, same NAP — authority split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LSAs, no PPC, no Meta ads running — every search for criminal defense and PI in Roswell goes to competitors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117 reviews at 4.7 stars — qualifies for Google Screened LSA status in both practice areas right now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Stage 6: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Ford Law Firm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17+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Criminal · Google AI results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Hammers Car Accident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400+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PI · 4× JD's review count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Speights Law PC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90+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Criminal · Roswell LSA likely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JD Law Group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117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JD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$250,000/Month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 — fixing one without the others stalls growth. When all four are running, Doug gets to spend his time on cases, not managing the business behind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Recover to $3M/yr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Practice law — not manage the business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Redirect chancoschiffer.com → jdgroup.law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— pay only per qualified 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Run Google Ads on conversion-optimized pages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Optimize GBP — unlock Roswell local 3-pack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content that wins Google AI citations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above-fold form — capture after-hours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60-min response: text + call + email protocol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Designate dedicated intake owner role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Avvo + Yelp — update to JD Law Group name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intake so no lead goes unanswered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Analyze margin: criminal vs. PI per case type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intake/ops coordinator — free Doug's time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KPI dashboard — track case recovery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 per case — know your true ROI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ops structure so Doug practices law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JD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rebuild · Google Ads · LSA · Local SEO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$10,597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$7,500–$30,000/mo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$6,500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(8-10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~$58,500 revenue · 7.8×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(44-46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~$299,000 revenue · 10×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+ strategy session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LSA applications submitted — both practice areas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chancoschiffer.com 301 redirect live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+ landing pages launched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Local pack visibility + case volume tracked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want to get back to actually practicing law — solving cases, not managing a business that should be running itself."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
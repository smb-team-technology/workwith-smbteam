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JALILI LAW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Jalili Law Group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Inconsistent quality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lead screening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Owner still screens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margin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Attorney personally screens every free consult, wasting time on unqualified leads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Three mismatched phone numbers fragment tracking of the $10K/month ad spend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profit-margin visibility exists behind the $2M revenue goal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103 leads and $4.2K spent in July alone — real demand already exists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Daniel Brown Law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Top 10 Boutique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Nat'l recognition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Kazandji Law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Dual practice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Toronto + Thornhill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Donich Law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Nat'l media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High-risk cases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Jalili Law Group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Not yet confirmed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Verify live before call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JALILI LAW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$2M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— lead generation, intake, team, and profit — have to work together. When they do, Iman and Nasim can step back from every consultation and let the firm fund the U.S. expansion on its own.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$950K → $2M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Build the firm that funds your next 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high-intent Google Ads for criminal defense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ad spend into a pipeline, not just call volume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city pages for Vaughan, Scarborough, North York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Claim Avvo, Justia, and FindLaw directory listings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3 mismatched phone numbers fragmenting tracking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Screen consults before they hit the attorney's calendar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Separate Legal Aid leads from private-pay prospects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 follow-up sequence for leads who don't convert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the attorney's time for higher-value cases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103 monthly leads into clients, not just calls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Give your COO ownership of client screening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case profitability by practice area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the leadership bench the U.S. firm needs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See real margin behind the $2M revenue goal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Grow without adding headcount at the same pace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JALILI LAW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Ads · Meta Ads · Local SEO · Website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Masterminds · Intake systems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$5,500–$22,000/mo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$3,000–$5,000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(4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$16,000 revenue · 2.9×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(29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$116,000 revenue · 5.3×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refined Google Ads for criminal defense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Consolidate call tracking to one trackable number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City landing pages and directory listings go live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Elite Coach Plus kickoff — build intake screening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Case profitability tracking live by practice area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"Prove the demand, fix the systems, then build the firm that comes next."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
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MOLONEY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The Moloney Law Firm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“I'm the only one doing intakes and I'm the only one that's showing up in court and… filing… it's a lot.”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“Clio's problem is document storage, and I don't think that there's any real great solution that I've seen that people have.”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Intake, court, and filings all depend on you alone.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Every new lead needs you personally, so growth adds hours, not freedom.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Software is your largest expense, spread across overlapping tools.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MOLONEY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$350K a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Put AI to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on Daily 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Start AI Workforce Pro with a managed workspace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session to build your discovery routine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discovery downloads into organized trial files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Start from pre-built Law Firm AI Skills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Get court-prep hours back in your week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Speed Up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New-Lead Follow-Up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Draft first replies to new leads with AI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your judgment on the take-the-case call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Cut the back-and-forth before a lead signs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Stop leads waiting while you are in court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Make room for more business when you want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a Firm That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Runs on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Write down each workflow as AI takes it on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Review overlapping tools and retire duplicates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profit target beside the revenue goal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Export SEO reports before the vendor term ends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the process layer a buyer would 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MOLONEY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WORKFORCE PRO – STARTER (1 SEAT)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5905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6191" y="1519428"/>
            <a:ext cx="2188336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No stand-alone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Managed AI workspace · Weekly AI session · Month-to-month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$350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4238" y="3460051"/>
            <a:ext cx="242028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 i="0">
                <a:solidFill>
                  <a:srgbClr val="A9D68C"/>
                </a:solidFill>
                <a:latin typeface="Poppins"/>
              </a:rPr>
              <a:t>Month-to-month · no long-term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Daily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Managed AI workspace and a weekly build session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follow-up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Same workspace to speed up new-lead follow-up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Process as asset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foundation with pre-built Law Firm AI Skills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firm where it is just me, everything else is automated, and the thing I built is the process itself."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
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RUNION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Runion Injury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SEO vendor underperforming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follow-up process known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Owner is the only operator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Revenue/margins 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Core search terms surface competitors, not Runion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Current SEO vendor spend is not producing results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confirmed follow-up process for website leads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Genuine localized pages already live in two markets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Phillips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Large volume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3 decades · citywide brand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Zanes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Strong volume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Dedicated pages per city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Lamber Goodnow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Strong volume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Top organic visibility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Runion Injury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Smaller base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RUNION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Reclaim Your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An operator running the day-to-day systems is what turns a plan into results. When someone else owns execution, Derick can finally step away and trust the firm keeps moving.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Full-time operator → 2 weeks/mo remote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or replace the underperforming SEO vendor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into leads that don't need your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on Local Service Ads for lower-risk leads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Send paid traffic to geo-pages already built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Repurpose existing video into paid social 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Define who owns follow-up on every website lead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after-hours coverage so leads don't go cold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same-day callback standard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Convert leads you already paid to generate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leads from form to signed case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Bring in an FCOO Director to run daily ops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Execute the operational playbook already built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Establish baseline revenue and margin visibility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the leadership structure the firm lacks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2 weeks a month remote into a real plan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RUNION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FCOO DIRECTOR — STANDALONE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$5,797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standalone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Ops leadership · SOPs · hiring support · coaching · workshops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$5,797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No bundle discount — standalone engagement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No ad spend in this proposal — scoped as an operational engagement, not marketing.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ENGAGEMENT AT A GLANCE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Engagement type: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Fractional COO — standalone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Sprint structure: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5-17 hrs/mo, front-loaded 3-4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Workshop cadence: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Quarterly virtual + 1 annual in-person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Kickoff: full operational + vendor audit begins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Intake follow-up process live, zero ad spend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Baseline financials (revenue, close rate) confirmed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Operational playbook implementation begins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Quarterly workshop checkpoint (Scottsdale, late Sept)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"Two weeks a month, fully remote — and the firm still runs without me."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Nick Holderman | SMB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
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ZIMMER &amp; RENS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Zimmer &amp; Rens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lead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cover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4 new areas, same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Spend below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after-hours coverage loses CD and PI leads nightly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presence yet in criminal defense or estate planning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Marketing spend confirmed below 20% benchmark by the firm's own CFO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16-person team and a fractional CFO already in place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Grieve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Criminal Defense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Margerie Law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73-99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Estate Planning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Sterling Lawyers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4.76★ · Family Law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Zimmer &amp; Rens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Unverified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Live count TBD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ZIMMER &amp; RENS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Open La Crosse Strong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Marketing, intake, team, and profit systems have to work together. When all four run, Paul and Taylor can lead a two-office platform instead of personally carrying every new practice area themselves.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Est. $1.8M → $3.6M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Lead a platform, not every practice area alone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Criminal Defense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Estate Planning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Local Service Ads across the market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La Crosse geo-pages before opening 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CD and PI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lead-conversion 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nights-and-weekends callers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Speed the queue-to-paralegal handoff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leads already coming 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Master's Circle coaching for the partners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a Fractional CTO for email/scheduling AI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CFO-flagged 20% marketing gap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admin so the team focuses on cases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reporting so La Crosse scales on purpose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ZIMMER &amp; RENS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Local SEO · Landing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 + FRACTIONAL CTO 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$7,897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$8,794/mo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Peer coaching · AI automation for email &amp; scheduling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$15,394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$2,397/mo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$23,400–$37,100/mo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$2,250–$4,000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$83,000 revenue · 3.5×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(52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$158,000 revenue · 4.3×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Criminal Defense + Estate Planning 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intake coverage goes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Master's Circle coaching kicks off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Foundation Sprint begins (Fractional CTO)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 Crosse geo-pages live ahead of opening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"Estate planning, criminal defense, PI, and a second office in La Crosse — running as one platform, not four separate jobs."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
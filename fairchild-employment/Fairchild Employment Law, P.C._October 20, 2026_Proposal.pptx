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FAIRCHILD EMPLOYMENT LAW, P.C.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Fairchild Employment Law, P.C.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“I'm really bad at coming up with KPIs and all that stuff, because honestly… I just don't have time.”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“There's not enough sense of urgency and… not enough… prioritizing what the good cases are”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can't do everything.”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Small Business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KPIs or weekly numbers, so the owner stays at about 50 hours a week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Strong cases wait because intake still needs the owner in every step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Settlement income and fixed costs are not forecast, so cash flow stays tight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FAIRCHILD EMPLOYMENT LAW, P.C.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Reach $1M in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the KPI &amp;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Coaching Foundation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Join weekly group coaching with other firm owners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Set a weekly KPI scorecard for a contingency firm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Trade ideas in practice area masterminds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Attend quarterly workshops, plus one in person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See the whole firm clearly so you can step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Fix Intake &amp;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143306"/>
                </a:solidFill>
                <a:latin typeface="Poppins"/>
              </a:rPr>
              <a:t>Stop Losing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Score every new case so the best ones come first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Define who does what at each intake step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Follow up fast so strong cases do not go cold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Cover after-hours calls so none go to voicemail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Run intake without you in every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Hold a weekly case-movement review with your team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Set roles and rhythm with a fractional COO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Forecast cash flow around settlement timing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Track the numbers that drive your owner pay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050">
                <a:solidFill>
                  <a:srgbClr val="1B2A38"/>
                </a:solidFill>
                <a:latin typeface="Poppins"/>
              </a:rPr>
              <a:t>Work toward 40 hours and nights you can switch off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FAIRCHILD EMPLOYMENT LAW, P.C.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ELITE COACH + FCOO 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$5,694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1284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1570" y="1519428"/>
            <a:ext cx="1822958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$7,294/mo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0" i="0">
                <a:solidFill>
                  <a:srgbClr val="7C8D9B"/>
                </a:solidFill>
                <a:latin typeface="Poppins"/>
              </a:rPr>
              <a:t>Weekly group coaching · Masterminds · Fractional COO advisor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$5,694 /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286" y="3460051"/>
            <a:ext cx="2213241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$1,600/mo by bundling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No time for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FCOO builds a KPI scorecard for your firm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 needs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FCOO helps define intake steps and case priorities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Need a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Weekly coaching and masterminds to build your plan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"I can sleep at night, pay all the bills without having to worry about it, and not be worrying about the business while I'm at home."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DAN BRYANT | SMB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
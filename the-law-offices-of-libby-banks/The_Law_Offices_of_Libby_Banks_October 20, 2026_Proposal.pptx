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THE LAW OFFICE OF LIBBY BANKS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The Law Office of Libby Banks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“Not sure why our marketing and our referral efforts aren't increasing it more than it has.”</a:t>
            </a:r>
          </a:p>
          <a:p>
            <a:pPr>
              <a:spcBef>
                <a:spcPts val="900"/>
              </a:spcBef>
            </a:pPr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“I think our internet SEO marketing is falling short of what it used to be.”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Small Business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LEAD GENERATION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Open attorney capacity goes unused as search and AI visibility slip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PROFIT PLAN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Payroll takes about half of revenue and margin isn't a planned number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TEAM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Associates have no targets, so growth still leans on the owner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MICHAEL KOPP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THE LAW OFFICE OF LIBBY BANKS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a Firm That Runs Without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the Marketing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Engine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Turn Google into a pipeline that runs without you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Add Local Service Ads for ready-to-book searches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Run Meta retargeting and seminar-registration ads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Show up when families ask AI for the best attorney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Monthly reports tie every ad dollar to signed plans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Fix Intake 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Track What Works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See which source produced each signed plan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Win back the consults that go quiet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Build a review habit at every consult and signing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Results on a dashboard, no digging required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Install Profit &amp;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Team Systems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Set a planned profit number for the firm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Test a modest price increase and watch it hit margin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Set business-development targets for the associates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Monthly KPI dashboard to step back with confidence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Build toward a firm you can sell or hand over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MICHAEL KOPP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THE LAW OFFICE OF LIBBY BANKS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PAID ADS 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$2,497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2323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2609" y="1519428"/>
            <a:ext cx="1891918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$3,497/mo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Google Ads · LSA · Meta · YouTube · AI-search · reporting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5740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057400"/>
            <a:ext cx="36576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16712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FCFO ADVISOR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230428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$3,297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94891" y="257098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05177" y="2570988"/>
            <a:ext cx="1919351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$3,797/mo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278892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Profit plan · KPI dashboard · group coaching &amp; workshops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$5,794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89264" y="3460051"/>
            <a:ext cx="2235263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Save $1,500/mo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858768"/>
            <a:ext cx="4041648" cy="384048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858768"/>
            <a:ext cx="3675887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+ Recommended ad spend: $11,000/mo — to turn high-intent Scottsdale searches into signed plans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1005840"/>
            <a:ext cx="4297680" cy="1298448"/>
          </a:xfrm>
          <a:prstGeom prst="rect">
            <a:avLst/>
          </a:prstGeom>
          <a:solidFill>
            <a:srgbClr val="F0FAF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73168" y="1152144"/>
            <a:ext cx="3895344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B6B4A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3168" y="1444752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1444752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0B6B4A"/>
                </a:solidFill>
                <a:latin typeface="Poppins"/>
              </a:rPr>
              <a:t>$4,500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00016" y="1673352"/>
            <a:ext cx="4041648" cy="256032"/>
          </a:xfrm>
          <a:prstGeom prst="rect">
            <a:avLst/>
          </a:prstGeom>
          <a:solidFill>
            <a:srgbClr val="E2F3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73168" y="1737360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1B2A38"/>
                </a:solidFill>
                <a:latin typeface="Poppins"/>
              </a:rPr>
              <a:t>Conservative  (~18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1737360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~$81,000 revenue · 7.4×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73168" y="2020824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B2A38"/>
                </a:solidFill>
                <a:latin typeface="Poppins"/>
              </a:rPr>
              <a:t>Aggressive  (~22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2020824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~$97,500 revenue · 8.9×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2487168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2734056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00016" y="281635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46320" y="2734056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AI &amp; search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2734056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Google, LSA, Meta, and AI-search visibility support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3081528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700016" y="316382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0" y="3081528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Unclear results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3081528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Monthly reporting by channel plus a KPI dashboard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3429000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00016" y="351129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46320" y="3429000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Profit to sell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3429000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Planned profit number and monthly financial view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"A firm that is profitable without me — so I can sell it, hand it over, or step away on my own terms."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MICHAEL KOPP | SMB TEAM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
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GRANO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Grano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“We get a lot of DWIs, but then all of sudden the trickle has happened.”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 think that I'm the one that opened up the account initially, but I don't look at it like on a regular basis.”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DWI inquiries have slowed while ad and Google profile gaps go unnoticed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Evening callers go to other firms: LSA stops at 5 p.m., messages are off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cost-per-signed-case view makes a slow stretch hard to diagnose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GRANO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a Consistent Case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Fix Google profile: headshot, categories, hours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Run LSAs past 5 p.m. with message leads on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Link search ads to the profile for call options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Aim campaigns and pages at Santa Fe, Rio Rancho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Google into a steady pipeline you don't chase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Answer every call and message, even after 5 p.m.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fast-reply routine for new inquiries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each lead from first contact to signed case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Know which channel brings each signed DWI case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Protect the time you give each client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weekly 15-minute lead-flow review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Name a team owner for marketing results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cost per signed case by channel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Hold 60–70% capacity so trial weeks stay manageable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steady rhythm that protects your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GRANO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FULL SERVICE MARKETING —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9087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373" y="1519428"/>
            <a:ext cx="1875155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$5,697/mo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GBP · Local Service Ads · Google PPC · local SEO · geo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3564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3851" y="2570988"/>
            <a:ext cx="1860677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$3,497/mo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Weekly group coaching · masterminds · quarterly workshops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$8,197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3846" y="3460051"/>
            <a:ext cx="230068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$7,500–$12,000/mo — to reach DWI searchers in Santa Fe and Rio Rancho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$3,000–$5,000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B2A38"/>
                </a:solidFill>
                <a:latin typeface="Poppins"/>
              </a:rPr>
              <a:t>Conservative  (~5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B6B4A"/>
                </a:solidFill>
                <a:latin typeface="Poppins"/>
              </a:rPr>
              <a:t>$16K–$27K revenue · 2.1–3.6×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(~10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B6B4A"/>
                </a:solidFill>
                <a:latin typeface="Poppins"/>
              </a:rPr>
              <a:t>$31K–$52K revenue · 2.6–4.3×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Steady case 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Rebuilds DWI flow via LSA, search ads, profile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Target markets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Campaigns aimed at Santa Fe and Rio Rancho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Trial capacity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Coaching rhythm to keep 60–70% capacity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 consistent stream of quality cases — the spigot open again, and a firm that flexes without breaking."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
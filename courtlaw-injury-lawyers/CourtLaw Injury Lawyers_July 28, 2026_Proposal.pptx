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COURTLAW INJURY LAWYERS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CourtLaw Injury Lawyers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5/month, was 5/day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bilingual intake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delegation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profit 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Intake collapsed from ~5/day at peak to ~5/month, with no system to reverse 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Karim alone handles every financial decision — no profit visibility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~90% of clients are Spanish-speaking with no bilingual intake staff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~203 Google reviews at 4.6 stars — beats every named local competitor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Lombardi &amp; Lombardi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28-42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3.1-4.1★ · 10 mi away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Bramnick Rodriguez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 review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Statewide brand name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Team Law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No indexed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60+ yrs, same city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CourtLaw Injury Lawyers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~203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COURTLAW INJURY LAWYERS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Rebuild to $5M/Year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leads, intake, team, and profit — have to work together, or growth stalls no matter how much you spend on ads. When all four are working, Karim can finally step back from carrying the firm alone.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$5M peak → a predictable $5M/yr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A firm that runs itself, not just survives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Meta ads — no negative history here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Local Service Ads, lead with your reviews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Rebuild Google Ads around rideshare + Spanish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Amplify geo-pages already built and ranking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ads into a pipeline that runs without 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bilingual intake for 90% of your clients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defined follow-up sequence for leads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after-hours coverage for rideshare calls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Convert more of the 5 leads you get today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Stop losing cases you already paid to generate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financial visibility Karim's never had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 a delegation layer below Karim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cost-per-case and true margins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Plan for the next downturn before it hits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Let the team carry weight, not just Karim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COURTLAW INJURY LAWYERS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PLATINUM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$15,997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$18,997/mo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LSA · Meta Ads · Rebuilt Google Ads · Local SEO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1:1 coaching · financial visibility · delegation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$19,197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$3,297/mo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$10,000–$40,000/mo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$7,500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(6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$45,000 revenue · 4.5×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(16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$120,000 revenue · 3.0×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Meta retargeting + lead-gen campaigns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Local Service Ads live, reviews front and center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Rebuilt Google Ads: rideshare + Spanish launch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Geo-pages optimized, intake sequence in place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builds Karim's first delegation layer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"Forty years built this firm's name. The next forty shouldn't rest on me alone."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
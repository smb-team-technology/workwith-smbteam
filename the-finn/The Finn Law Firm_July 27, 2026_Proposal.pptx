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FINN LAW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The Finn Law Firm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Ads paused 6 months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system, no team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Solo — no staff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Cash flow volatile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Zero organic visibility across all 9 competitor searches run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Every case evaluated personally by Larry — no intake system exists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additional attorneys or staff — the entire firm runs through Larry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40+ years experience, Super Lawyers selection, $400K+ average case value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Malman Law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127+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TV + landing pages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Levin &amp; Perconti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600+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Med mal + abuse content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Rosenfeld Injury Lawyers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600+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Clergy abuse ad content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The Finn Law Firm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8–11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FINN LAW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$2M+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all have to work together. When all four pillars work, Larry can finally automate the firm's workflows and stabilize revenue without being the bottleneck.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$1M → $2M+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Automate workflows, stabilize revenue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Relaunch Google Ads in all 3 practice areas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pipeline that runs itself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Local Service Ads for top placement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Rebuild local SEO to close the visibility gap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Meta retargeting for lost site visitors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Automate the pre-intake evaluation bottleneck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after-hours lead capture and follow-up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defined intake tracking process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Larry from evaluating every case himself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Convert more of the leads already coming 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self-managing structure before hiring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coaching to sequence workflows first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profitability by practice area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Resolve cash-flow volatility with a profit plan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Step back and trust the firm still runs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FINN LAW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$7,497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$8,997/mo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Local SEO · LSA · Meta Ads · GBP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Workflow &amp; intake automation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$10,697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$1,797/mo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$3,000–$12,000/mo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$400,000+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(1 case/mo):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$400K revenue · 133×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(4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$1.6M revenue · 133×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Relaunch Google Ads across all 3 practice areas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Local Service Ads for top-of-page spots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Begin Elite Coach Plus intake automation work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Local SEO &amp; GBP optimization live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New lead and intake system fully running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"Automate workflows to stabilize revenue and enable expansion, starting with the bottlenecked pre-intake evaluation process."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
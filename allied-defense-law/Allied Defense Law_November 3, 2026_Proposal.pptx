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ALLIED DEFENSE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Allied Defense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“The time that I'm spending on intake is taking away from the time that I have for my cases”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“I'm just not able to follow up and make contact with them fast enough most of the time”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 missed the call and I call them back. They're like, oh, I just hired somebody else who just answered.”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Slow follow-up and after-hours voicemail send leads to firms that answer first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All intake and admin waits on one person, so her hours cap how many cases she takes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Leads rely on one referring attorney and one directory, neither owned by the firm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ALLIED DEFENSE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Double the 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Fix Intake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Answer Every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Respond to every new lead within minutes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Cover after-hours calls, forms, and emails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Run a follow-up sequence while you're in court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Scope your LegalMatch-to-MyCase idea first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Win back hours for your cases, not your inbox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Free Your 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With AI Workforce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your own AI workspace with weekly support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Deploy skills for template motions and drafting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Triage the morning email pile faster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AI capacity instead of hiring and retraining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Take on more cases without adding payroll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Know Your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&amp; Build What's 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LegalMatch cost against signed cases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Clean up your firm name and phone listings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lead source you own once intake is ready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profit as revenue heads toward double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Step back as the firm runs on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ALLIED DEFENSE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89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177" y="151942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fCTO sessions · AI skills · 1 custom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5905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6191" y="2570988"/>
            <a:ext cx="2188336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1 AI seat · Weekly implementation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$3,647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4298" y="3460051"/>
            <a:ext cx="224022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Slow follow-up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Fractional CTO starts with intake and fast responses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over hiring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 Workforce Pro seat plus a weekly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Admin backlog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fCTO skills and training for drafting and email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"Every lead answered, more cases taken my way, and no team to hire or retrain."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
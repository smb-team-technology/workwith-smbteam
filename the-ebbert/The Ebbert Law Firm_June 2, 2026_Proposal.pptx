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EBBERT LAW FIRM</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The Ebbert Law Firm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Zero paid presence</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intake staff/chat</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 no team layer</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profit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Zero paid ads across 5 practice areas — every competitor click is a lost case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No LSA presence — competitors with fewer reviews hold the top Google spots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Solo practice with no staff — every lead depends on Eric being personally available</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137 Google reviews at 4.9 stars — strongest review profile of any Knoxville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The Burkhalter Law Firm</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95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#1 Employment claim · active SEO</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Hodges, Doughty &amp; Carson</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78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90+ yr firm · employment + biz lit</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Kramer Rayson LLP</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20 Best Lawyers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75+ yrs · HOA, employment, biz</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The Ebbert Law Firm</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137 reviews · 4.9★</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EBBERT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Scale Beyond $1M</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Team, and Profit must all work together — when one is missing, growth stalls no matter how many leads come in. For The Ebbert Law Firm, building all four pillars is what unlocks the ability to step back and let the firm generate income without depending on Eric's constant personal presence.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Stage 3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runs — even when you step away</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 employment &amp; estate law</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Get Google Screened, go live in LSA this week</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Turn 4.9/137 reviews into paid-search credibility</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Run Meta retargeting for every site visitor</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Expand geo-pages across Knox County cities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contact form above the fold on homepage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Set 5-min response standard for all new leads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Install after-hours answering coverage now</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Build a lead-tracking log for every inquiry</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Move Avvo reviews from 0 to 20+ this quarter</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Define first hire — intake coordinator role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ops playbook before the first hire starts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revenue and time per practice area monthly</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Fix NAP inconsistency on Facebook listing</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Set monthly profit targets by case type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THE EBBERT LAW FIRM</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Local SEO · Web optimization · GBP</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Intake framework ·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$5,000–$8,000/mo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$3,000 (default — confirm on call)</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(6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$18,000 revenue · 3.6×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(12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$36,000 revenue · 4.5×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Google Ads go live — employment &amp; estate law</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Screened submitted; LSA campaigns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Above-fold lead form added to homepage</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First Elite Coach Plus session; intake protocols set</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Local SEO cleanup + review transfer to Avvo/FindLaw</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"Thirty years of reputation — and now a system that turns it into cases, automatically, every day."</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
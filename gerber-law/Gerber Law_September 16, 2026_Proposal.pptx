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GERBER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Poppins"/>
              </a:rPr>
              <a:t>Where Gerber Law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Poppi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Poppins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85-90% referrals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tracking system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Owner does it all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ROI 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Review presence trails competitors despite 29 years in practice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20 years of ad spend showed no correlation to case volume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No lead tracking risks losing referrals already earned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Poppins"/>
              </a:rPr>
              <a:t>Modern, mobile-friendly site with 30+ SEO pages already built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Poppins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Goldman Babboni Fernandez Murphy &amp; Walsh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More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large regional brand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David Harris Law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Higher rated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hyper-local Venice rival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Dannheisser Injury Law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Strong presence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30+ yr Sarasota rival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Poppins"/>
              </a:rPr>
              <a:t>Gerber Law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Poppins"/>
              </a:rPr>
              <a:t>Fewer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GERBER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Growth Plan: 3 Priorities to Reach $3M/Year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Poppins"/>
              </a:rPr>
              <a:t>All four pillars — lead generation, intake, team, and profit — must work together. When they do, Maria can finally let 29 years of earned trust do the work instead of carrying it herself.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$1M → $3M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03A59"/>
                </a:solidFill>
                <a:latin typeface="Poppins"/>
              </a:rPr>
              <a:t>Let 29 years of trust work for you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Launch AI-search-ready content across your site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Close the Port Charlotte visibility gap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Unify reviews across Venice and Sarasota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Optimize both Google Business Profiles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Make your reputation impossible to miss online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3A59"/>
                </a:solidFill>
                <a:latin typeface="Poppins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a referral follow-up process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Add after-hours lead coverage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Track every lead from call to case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Protect the referrals 29 years earned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Stop losing cases you already paid for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Start monthly coaching for delegation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Hand off vendor decisions, not just tasks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Track cost-per-case on every dollar spent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a team that frees up your time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Grow revenue without losing your weekends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GERBER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91C9"/>
                </a:solidFill>
                <a:latin typeface="Poppins"/>
              </a:rPr>
              <a:t>WEB + SEO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$3,497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>$3,997/mo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SEO content · AI search visibility · GBP · reviews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COACH ESSENTIALS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$1,997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>$2,497/mo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Group coaching · monthly 1:1 · delegation frameworks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Poppins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0091C9"/>
                </a:solidFill>
                <a:latin typeface="Poppins"/>
              </a:rPr>
              <a:t>$5,494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Poppins"/>
              </a:rPr>
              <a:t>Save $1,000/mo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+ Future ad spend (Phase 2): $9,200-$50,000/mo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Poppins"/>
              </a:rPr>
              <a:t>$5,000-$8,000 (industry benchmark)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Conservative  (2-3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$13K-$19.5K revenue · ~2.1x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Aggressive  (~17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$110.5K revenue · ~2.2x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Kick off AI-search content sprint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Launch review-generation push, both offices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Unify and optimize both Google Business Profiles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Begin monthly coaching sessions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Baseline intake follow-up process live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Poppins"/>
              </a:rPr>
              <a:t>"I don't need more ad spend I can't track — I need my reputation to finally show up everywhere people are searching."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
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WHALEY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Whaley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Website down; zero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coverage after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— zero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Felony priced at $7K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Website SSL expired — new clients get a security error and leave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18 reviews at 4.1★ — invisible in the 3-pack across all practice areas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Stewart handles all intake alone — missed calls = missed cases at $1,100+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Revenue doubled YoY — $15K to $30K/month in 12 months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Lemley Law Partners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owns criminal defense 3-pack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Ludwig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Google Ads for traffic + criminal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Punch Work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mixed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running ads for nursing board niche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Whaley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18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WHALEY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$1,000,000/Year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fixing one without the others just creates a new bottleneck. When all four pillars are firing, Stewart can reach $1M annually and finally step back from being the person everything flows through.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$300K → $1M+ annual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Work a 40-hour week. Take real vacations.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Restore website — make the firm findable again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traffic tickets in Little Rock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paid ads targeting nursing board defense niche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— close the 84-review gap fast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local pages for Dallas County + Clark County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24/7 answering service — no more missed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Restore web contact form on rebuilt website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sequence for unconverted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every traffic ticket lead at $1,100/case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Scale intake capacity before ad volume increases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Raise felony fees — $7K toward $12K+ market 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part-time VA — free 10+ admin hours per week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coaching: pricing, profit, and milestones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which practice area earns the most per hour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firm that earns when Stewart is offline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WHALEY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Local SEO ·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$7,447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$1,747/mo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$5,500–$11,500/mo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$1,600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(5–6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$8,500 revenue · 1.5×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(13–14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$22,000 revenue · 2.0×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 · SSL fix begins · coaching onboards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+ Google Ads go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— past clients contacted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answering service fully active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25+ reviews · 3-pack eligibility in reach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generates $1M a year — so Stewart can work normal hours, take real vacations, and stop carrying the whole thing alone."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
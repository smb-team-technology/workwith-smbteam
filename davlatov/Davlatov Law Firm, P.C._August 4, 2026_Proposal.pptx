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DAVLATOV LAW FIRM,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Davlatov Law Firm, P.C.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Zero PI/FL 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Missed-call leaks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Owner-dependent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Breakeven + debt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search presence in Personal Injury &amp; Family Law pivot areas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Missed calls waste paid marketing spend and lose signed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12-hour days, no delegation — Mustafo is the firm's only engine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4.7-star rating across roughly 90-190 Google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Gursoy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270+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immigration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Karasik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4.6-4.8★ · 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Louis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21-215 rvws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family law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Davlatov Law Firm, P.C.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90-190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DAVLATOV LAW FIRM,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have to work together — missing one means growth stalls no matter how many new cases come in. When all four pillars work, Mustafo can finally step away and trust the firm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$600K → $1.2M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Personal Injury &amp; Family 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Local Service Ads — pay only per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new Personal Injury &amp; Family Law web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Re-engage 2,000+ existing clients for referrals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ads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missed calls losing paid-for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follow-up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call tracking to find the leaks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leads already being generated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paying for leads that go unanswered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first delegation layer with coaching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 real collections push on $1M owed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 profit plan beyond breakeven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Mustafo from being the only closer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12-hour days into a real schedule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DAVLATOV LAW FIRM,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Local SEO · LSA · Meta Ads · Web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Delegation build ·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$1,597/mo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$35,200 revenue · 4.7×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(~25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$110,000 revenue · 5.5×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Personal Injury &amp; Family Law ad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Personal Injury &amp; Family Law web pages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build the delegation 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Retargeting campaign to past clients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SEO foundation strengthens rankings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keeps running the day I decide to take a real vacation."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
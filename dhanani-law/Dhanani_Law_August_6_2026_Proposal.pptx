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DHANANI LAW FIRM,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Dhanani Law Firm, LLC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Referral-only, no channel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Form buried, unproven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Solo bottleneck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margin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Rahim is the sole bottleneck — past freelance hires failed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financial visibility beyond top-line revenue figures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NAP mismatch (ZIP 30329 vs 30309) is hurting local rankings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4.7-star rating and 25+ years of reputation drive referrals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3: Solo Practitioner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Quijano Law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132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 stars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Sharma Law / eLaw Immigration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125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 stars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Chavarro Law Firm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136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 Birdeye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Dhanani Law Firm,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46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DHANANI LAW FIRM,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$500K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All four pillars must work together. Right now, coaching comes first — building the team and systems that let Rahim finally step back and work on the business, not just in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$150K-$200K → $500K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away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mismatch hurting local rankings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Redo paid search — landing page, keywords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pipeline that runs itself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pages for Marietta, Decatur, Sandy Springs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Close the review gap with local competitors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 out of the buried footer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Remove newsletter form competing with the CTA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Measure the answering service's real conversion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follow-up sequence for open leads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more of the leads already coming in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hiring process that doesn't repeat failures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 delegation so cases don't all run through Rahim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 team that performs without him in every case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Start tracking margin, not just top-line revenue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toward a firm that's actually sellable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DHANANI LAW FIRM,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$2,600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group coaching · Hiring &amp; delegation systems · Masterminds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$2,600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$897/mo by bundling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Phase 2 target once marketing launches: $3,000-$12,000/mo direct to Google/Meta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$3,000-$6,000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(3-4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$13.5K-$18K revenue · ~5-6x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(24-25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$108K-$112.5K revenue · ~9x ROAS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Kick off Elite Coach — systems &amp; hiring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mismatch across all directories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form, remove competing signup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Start basic profit and margin tracking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Team ready — Phase 2 marketing evaluation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"A firm that runs without me, that I could be proud to hand off — that's what I'm building toward."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
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COX &amp; BISHAY,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Cox &amp; Bishay,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digital lead 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form / after-hours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 partners, 1 paralegal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Not in local 3-pack for any search — every Chester County prospect finds a competitor.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 active NAP errors (Yelp, Lawful.com, Martindale) suppress local search authority.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contact form or after-hours path — the website cannot convert visitors into leads.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35 years of credentials: Super Lawyers, Avvo 9.6, Best of the Main Line — strong foundation.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Ciccarelli Law Offices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618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Family law pages · multi-channel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McCallin Law,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4.5+ rated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32 yrs family law · local SEO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Petrelli Previtera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W. Chester landing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Cox &amp; Bishay,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~9 reviews (Avvo)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Google count unconfirmed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COX &amp; BISHAY,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together. When all four pillars are in place, Cox &amp; Bishay can attract the right clients and grow the firm without growing their personal workload.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$500K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Grow on your terms — right clients, not just more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 with forms + Chester County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divorce + custody searches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with LSA — top of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3 NAP errors to unlock local 3-pack rankings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Meta ads to reach families before they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contact form to every page — 24/7 inquiry 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auto-response — no lead goes cold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intake script for first contact calls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first call to signed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 up follow-up — call back within 1 hour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+ train a dedicated intake coordinator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clear roles for partners + paralegal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KPI dashboard: leads, closes, revenue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monthly revenue and profit by case type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profit plan — know what you keep, not just earn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COX &amp; BISHAY,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Workshops ·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$3,500–$8,000/mo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(3–4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~$35,000 revenue · ~10×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(10–11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~$110,000 revenue · ~14×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intake audit launched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go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cleanup — Yelp, Lawful.com, Martindale fixed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begins; review gen deployed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website live; local 3-pack eligibility improving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right families in Chester County are searching right now. The firm they find should be the one with 35 years behind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
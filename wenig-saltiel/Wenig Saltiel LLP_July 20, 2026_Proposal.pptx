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WENIG SALTIEL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Wenig Saltiel LLP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Referrals only, no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Phone-first, no chat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hand-reviews billing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Manual legacy billing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Jeffrey personally hand-reviews a 3-inch stack of paper pre-bills, 3 hours every two weeks, with zero automation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Document assembly and billing inside the firm's legacy ProLaw system remain fully manual across every matter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Rosenberg &amp; Estis and Belkin Burden Goldman both outrank the firm in Google reviews and ratings in the same Manhattan practice areas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25+ years of reputation built entirely on referrals — zero paid marketing has ever been needed to keep the firm busy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Referral-Built Reputation  →  Goal: Time back, not a bigger firm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Rosenberg &amp; Estis, P.C.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57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4.6★ · same practice areas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Belkin Burden Goldman, LLP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52-53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4.7★ · ~60-attorney firm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Adam Leitman Bailey, P.C.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0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Aggressive content marketing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Wenig Saltiel LLP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39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WENIG SALTIEL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Plan: 3 Priorities to Get Your Time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SMB Team pairs a dedicated Fractional CTO with Legal AI Workforce software to automate the manual work still running through your own hands. When pre-bill review, document assembly, and ProLaw billing all run through AI with human oversight, Jeffrey can finally step back from the paperwork without stepping back from the firm.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3 hrs → ~1 hr per pre-bill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Reclaim the hours pre-bill review has cost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Automate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Pre-Bill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AI flags pre-bill issues before your own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Kickoff with the Fractional CTO to scope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and test the AI pre-bill workflow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All AI output drafts for human review first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two hours back every billing cycle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Modernize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 &amp; Billing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document assembly for common filings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Export and map ProLaw data for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Layer a modern workflow onto legacy ProLaw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Reduce billing error risk with an AI first 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attorneys from repetitive drafting work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Trust &amp; Oversight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Every AI draft goes to you before it's sent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Stay in full control of the final work product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results with Jeffrey at 30/60/90 days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Identify the next task worth automating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Trust the system without losing your voice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WENIG SALTIEL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LEGAL AI WORKFORCE — FRACTIONAL CTO L2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Fractional CTO · Pre-bill AI · Doc assembly · ProLaw integration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$4,997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$800/mo vs. stand-alone pricing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One-time onboarding: $14,997 (Law Firm AI Foundation Sprint)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TIME SAVINGS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Time per pre-bill cycle: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3 hrs → ~1 hr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Hours saved / cycle: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~2 hrs back every 2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Hours saved / year: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~52 hrs back annually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Kickoff call with the Fractional CTO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ProLaw data exported and mapped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 pre-bill AI workflow built &amp; tested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assembly automation deployed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30/60/90 review; next task identified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"This was never about growing the firm or cutting costs — I just want my time back from that 3-inch stack of paper."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
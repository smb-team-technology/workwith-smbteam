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TRUMAN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TRUMAN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Invisible in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capture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CAUTION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Solo, no team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CAUTION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financial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on Google for all practice areas — zero digital leads captured today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~20 reviews vs. 131 (Keystone) — locked out of the local 3-pack entirely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Old address still in directories — NAP inconsistency suppresses SEO rankings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5.0-star rating — every client who finds Truman Law becomes a loyal advocate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Keystone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131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owns 3-pack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Walia Law Group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S. Asian mkt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Alpine Legal Services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100+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geo-pages every city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TRUMAN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~20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TRUMAN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$75,000/Month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a self-managing team, and a profit plan — all four must work together. When they do, Harkirat can build the recognized firm Surrey's South Asian community turns to first — without bottlenecking every file personally.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$400K → $800K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Recognized firm — community turns to you first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24/7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top of page, pay per call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GBP and close the 100-review gap fast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Geo-pages for Burnaby, Langley, and Delta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Punjabi/Hindi campaign — category of 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above-fold form — stop losing high-intent visits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capture — call back before competitors 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Intake scripts so you stop fielding every first call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leads to measure conversion rate each month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Respond inside 1 hour — beat every firm in Surrey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intake coordinator — reclaim your daily hours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every process before the first hire starts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 by practice area — know your real ROI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Identify highest-margin work and scale it first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plan that lets you step back, not work more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TRUMAN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Local SEO · Meta retargeting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$2,200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$7,047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$3,200–$5,000/mo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$7,500 revenue · 2.3×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$15,000 revenue · 3.0×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set 90-day growth targets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+ LSA go live across Surrey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+ practice area landing pages launch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optimized, review generation campaign live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3-pack progress reviewed, intake system active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“The community is there. The reputation is real. It’s time to build the firm that Surrey reaches for first.”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
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BGN ATTORNEYS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BGN Attorneys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Mostly referrals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Partner runs intake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manager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profit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Case growth is outpacing hiring and capacity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profit plan connects growth to comp targets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Site &amp; directory issues erode trust at zero fix cost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100% employee retention — zero churn to date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Khan Injury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Many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Established since 2007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Brumley Law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Many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"#1 in Western WA" positioning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Herschensohn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Many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35+ yrs serving Kent market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BGN Attorneys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Very few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BGN ATTORNEYS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40-50 Cases a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leads, intake, team, and profit — must work together. When they do, Scott, Tyson, and Dan can finally step away and trust the firm runs.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30 → 40-50 cases/mo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Step away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Fix Free,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Quick Wins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the broken www redirect (no cost)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Correct Spokane/Pasco listings to Kent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Start a simple review-request process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referral trust into local visibility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Set the stage for marketing in 2027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Define after-hours follow-up coverage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Document a lead-to-case handoff process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Give the new intake specialist a clear process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Capture leads already coming 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Free up partner time from daily intake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hiring sequence for 40-50 cases/mo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Create a manager layer under the partners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profit plan tied to comp targets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$15K avg. case value into a target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Guard against over-hiring eating take-home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BGN ATTORNEYS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ELITE COACH PLUS (STANDALONE)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group coaching · Hiring sequence · Profit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$3,497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Standalone pricing — no bundle discount applies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No ad spend included — marketing deferred to January 2027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$15,000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This engagement: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No ad spend included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Marketing revisit: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Planned for January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 off Elite Coach Plus onboarding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hiring sequence for 40-50 cases/mo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Draft org chart &amp; partner role clarity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www redirect &amp; NAP listings (no cost)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Profit plan tied to $500K comp target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"We built this firm to run itself — not to run us into the ground."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
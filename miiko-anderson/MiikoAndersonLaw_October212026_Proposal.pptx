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MIIKO ANDERSON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Miiko Anderson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have done no marketing at all. Absolutely none. So that's just word of mouth.”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think the biggest challenge that I'm facing right now partly is branding.”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Referrals alone leave new-client flow unpredictable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Every case runs through Miiko, so growth stops at her calendar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Uneven monthly revenue makes hiring associates hard to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MIIKO ANDERSON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Space and Freedom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Your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Optimize Google Business Profile, build steady reviews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your website into a lead source, not a referral check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Run managed ads so new clients find you in Fresno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Make the law firm the first result for your own name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second source, so quiet months stop worrying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Follow-Up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one clear way to request a consult on the homepage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Follow up on every consult that does not sign right away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Use the Clio you already have to keep follow-up steady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Be ready for faster-moving leads from search and ads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Take the first call off your plate over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Write down intake and case steps for your first hire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the revenue target that funds two associates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Put bookkeeping in place for clear monthly numbers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Hire once lead flow is steady, not before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firm that does not need you in every case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MIIKO ANDERSON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$3,797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1174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1461" y="1519428"/>
            <a:ext cx="193306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Local search · GBP · Managed 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$3,797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8891" y="3460051"/>
            <a:ext cx="22756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Stand-alone pricing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$3,200–$4,950/mo — to reach high-intent Fresno searchers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$4,000 (estimate)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1B2A38"/>
                </a:solidFill>
                <a:latin typeface="Poppins"/>
              </a:rPr>
              <a:t>Conservative  (5–6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$21,800 revenue · 6.8×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Aggressive  (9–10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$36,500 revenue · 7.4×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No marketing yet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Managed ads and local search add a second source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Branding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Site content written around your credentials and story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Scaling the firm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Case volume that can fund the associates you want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firm scaled to the level that I'm not needed in every case, with a little bit of space and freedom for the things I'm better at."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
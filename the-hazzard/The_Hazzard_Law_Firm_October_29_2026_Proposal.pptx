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HAZZARD LAW FIRM, 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The Hazzard Law Firm, LLC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8595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859536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Slow mobile site may lose phone visitors before they ever call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Calls can't be traced to marketing, so lost inquiries stay invisible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cost-per-case baseline, so ad dollars can't be tied to profit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HAZZARD LAW FIRM, 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Build a Predictable 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Speed up the mobile site so visitors stay and call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Align Google profile and directory listings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Launch Google, LSA and Meta ads in 3 practice areas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retargeting so past visitors hear from you again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client pipeline that runs without you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Move the contact form above the fold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Use one tracked phone number for every call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how fast every inquiry gets answered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Review after-hours gaps that cost you inquiries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Fewer missed calls, more signed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Define roles for intake, consults and sales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management rhythm beyond the owner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lead and per signed case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Know which practice area earns the next dollar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firm that runs on its team, not just on you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HAZZARD LAW FIRM, 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908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373" y="1519428"/>
            <a:ext cx="1875155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$5,697/mo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SEO · Google · LSA · Meta Ads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$4,997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708" y="3460051"/>
            <a:ext cx="22428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$700/mo by bundling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$7,500–$16,500/mo — to win high-intent Birmingham searches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$3,000–$8,000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Conservative (5–6 cases):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~$22,300 revenue · ~3.0×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(13–16 cases):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~$58,900 revenue · ~3.6×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Slow mobile site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Website edits and content support to improve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Mixed listings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Google profile optimization and local SEO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ad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One team runs Google, LSA and Meta incl. retargeting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firm's reputation is already built — the system that turns it into a predictable stream of consultations is the next step."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
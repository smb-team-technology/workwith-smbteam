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ABOGADA VIDA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Abogada Vida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paid ads active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20% booking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attorney only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$36K–$66K variance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Google Ads, LSA, or Meta confirmed — Allentown competitors filling those searches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30% of leads referred out — removal and detainee cases going to Lahoud Law Group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Intake books 20% of leads vs. Karen's 66% — 80% of lead flow unconverted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96 Google reviews at 5.0 stars — most reviewed immigration firm in Lehigh Valley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Lehigh Valley Immigration Law LLC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35+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bilingual · Allentown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Albarelli &amp; Harrington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25+ yrs exp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removal · downtown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Lahoud Law Group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16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deportation · AILA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Abogada Vida PLLC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96 reviews · 5.0 ★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leads the market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ABOGADA VIDA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$1M This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The SMB Team model builds Lead Generation, Intake, Team, and Profit together — all four pillars at once. When all four work, Mahsa can finally step back from being the only attorney and lead a firm that grows without her in every case.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$600K → $1M revenue (Year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Lead a firm that runs without 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bilingual Google Ads in Allentown today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Enroll in LSA — 96 reviews wins top placement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Allentown geo pages to win the 3-pack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website to fix the 14-second load 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Meta retargeting for missed site visits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Script Karen's 66% process for all intakers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Lift firm booking rate from 20% to 50%+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Train Gabby — her close rate already matches Karen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after-hours protocol for Spanish callers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every lead from first call to signed case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Plan second attorney hire with a financial model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Keep the 30% referred-out cases in-house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margin model by case type before scaling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Mahsa from decisions only she makes today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90-day onboarding for second attorney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ABOGADA VIDA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Bilingual Google Ads · LSA · Meta · Local SEO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Intake conversion · Practice masterminds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$3,000–$12,000/mo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~$5,000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(2–3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$10K–$15K revenue · 3.3–5×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(7–9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$35K–$45K revenue · 3–4×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bilingual Google Ads for family immigration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website rebuild: speed + geo-targeted pages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Apply for LSA Google Screened enrollment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Standardize intake script for all 3 intakers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Plus: intake coaching + financial model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“Marlen’s already handling my client emails. The next step is a firm where I’m leading — not the only person who can move a case forward.”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Dan Bryant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
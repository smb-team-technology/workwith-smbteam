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ABOGADA VIDA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Abogada Vida PLLC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Not in Allentown 3-pack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20% lead-to-consult 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Sole attorney bottleneck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Revenue swings $36K–$66K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Invisible in Allentown search despite 96 five-star reviews — NAP inconsistency suppressing local pack ranking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30% of all leads referred out to competitors — no removal defense attorney; Lahoud Law Group captures them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Lead-to-consult rate 20%; 40-pt gap between Karen (66%) and Gabby (26.7%) on same leads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96 Google reviews at 5.0 stars — more than every local competitor combined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Lehigh Valley Immigration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35+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Bilingual · 2025 · Allentown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YRV Law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36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Bilingual · active social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Lahoud Law Group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16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Removal specialist · AILA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Abogada Vida PLLC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96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ABOGADA VIDA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$1M in Year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must all work together. None of the four can be skipped. When all four pillars align, Mahsa can build the $1M, $3M, and $7M firm her Vivid Vision already describes — with a team that runs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$600K → $1M in Year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Lead this market. Then scale to $3M, then $7M.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bilingual lead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— activate 96 reviews in local pack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bilingual Spanish Ads for Allentown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Enroll in LSA — appear above all Google ads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city pages: Allentown, Bethlehem, Easton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Lift Gabby from 26.7% to Karen's 66% booking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lead nurture for 41 dead leads/month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above-fold contact form to website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after-hours coverage for evening inquiries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Weekly call review: build a team of Karens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Hire removal attorney — capture 30% of leads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case-type margin dashboard first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Monthly profit plan toward $1M target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manager layer as firm scales to $1M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Expand removal ads once attorney is in place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ABOGADA VIDA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Website rebuild · Bilingual Google Ads · LSA · Meta Ads · Local SEO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group coaching · KPI framework · Intake coaching · Masterminds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$4,000–$9,000/mo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~$5,250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(~13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~$68,000 revenue · ~17×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(~37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~$194,000 revenue · ~22×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Coaching kickoff; intake audit begins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Bilingual Google Ads + LSA setup live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Website rebuild brief + city page plan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NAP fixed; GBP post schedule active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Intake team at Karen's standard; $1M plan set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"I built the team. I have the SOPs. I have 96 five-star reviews. Now I need the market to find me — and a plan that takes me to $1M, $3M, and $7M."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
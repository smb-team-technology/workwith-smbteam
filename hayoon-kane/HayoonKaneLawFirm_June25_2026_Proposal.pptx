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HAYOON KANE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Hayoon Kane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Meta-only, no Google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20% book-to-hire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runs every consult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 competitors run Google Ads daily — this firm does not appear 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Hayoon runs every consult personally — hard ceiling on 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Entire paid pipeline is one Meta channel — one change shuts it 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159 Google reviews at 4.9 stars — highest of any named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Frontier Immigration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AZ-based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T-Visa Google Ads into LV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79 Google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stars · running ads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Reza Athari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59 Yelp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27 yrs · 2 LV offices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Hayoon Kane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159 Google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 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HAYOON KANE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$125K/Month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pillars must work together. When they do, Hayoon can finally step back from every consultation and build the income that makes the San Francisco home — and the expanded community impact —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$700K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More families helped — and the home in San Francisco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Korean-language Google Ads — uncontested niche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Apply for Google Screened LSA — appear above everything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T-Visa searchers: $11K/case, high-intent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SF Korean market with existing landing page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Restructure Meta to full-funnel: retarget + educate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low-intent Meta leads with Google searchers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system for the 80% who don't sign yet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on the homepage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bilingual intake script for Korean clients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consult-to-hire rate weekly — measure the gain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consultation process — delegate, don't bottleneck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bilingual Consultation Specialist using coaching script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Calculate true cost per T-Visa case — know your margin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monthly KPIs: cases closed, close rate,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profit plan that funds the SF home purchase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HAYOON KANE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management · website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intake framework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Google/LSA/Meta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$11,000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~$44,000 revenue · ~15×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~$198,000 revenue · ~17×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application submitted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contact form optimized for conversions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restructured to full-funnel retargeting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consultation framework built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Consultation Specialist hired and ramped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"More cases accepted, more families protected — and the income to finally make San Francisco real."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
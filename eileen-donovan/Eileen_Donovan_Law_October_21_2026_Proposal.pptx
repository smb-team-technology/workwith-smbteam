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EILEEN DONOVAN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Eileen Donovan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“I've spent the money to get my time back and I don't have it back.”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“It's not a total mess, but it's, it's not what it needs to be.”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Referrals are the only source of new clients, and Google can't find the firm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receptionist: phones and first calls fall to an already-stretched team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baseline for what a new client costs to win before ads begin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EILEEN DONOVAN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Get Your Time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Get Found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Get Calls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Rebuild your site to be fast and easy to call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your address, phone and credentials up front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Launch a verified Google Business Profile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Start Local Service Ads for ready-to-call clients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Google into a client source beyond referrals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Free Up Your 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who answers phones and what gets asked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Hand repeat admin tasks to AI, month to month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session to put AI skills to work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Prepare your first call for cold online leads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Get your time back from the overflow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Behind Growth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what each new client costs to win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Use real lead data to set your ad budget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Revisit fees alongside your January 1 plan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Map your membership plan for steady income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Scale and operate differently, on your terms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EILEEN DONOVAN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WEB + SEO ESSENTIALS + LSA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$2,897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1274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1560" y="1519428"/>
            <a:ext cx="190296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Google profile · SEO · Local Service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– STARTER (1 USER)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5905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6191" y="2570988"/>
            <a:ext cx="218833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AI workspace · Weekly sessions · Month to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$3,247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0049" y="3460051"/>
            <a:ext cx="225447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First ad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Local Service Ads: a controlled first paid channel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Website redo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Web + SEO Essentials rebuild at a clear monthly price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 focus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workspace takes repeat work off your team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"I spent the money to get my time back — and now I have it back."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
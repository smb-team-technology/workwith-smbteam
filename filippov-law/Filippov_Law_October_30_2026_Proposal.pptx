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FILIPPOV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Filippov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“I'm not really doing the fun legal work I would like to do, I'm just running the firm, which is frustrating”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“Clients kind of get used to you and they want you to do it because they like the way you do it.”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steady retainer pipeline; not in any of about 15 Houston searches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Work runs through you while contractors wait for more to do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recurring revenue base yet; flat-fee model still being built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FILIPPOV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Five Retainer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Roles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Hand Off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roles for your trusted contractors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Map the first tasks to hand off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group coaching with other firm owners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1:1 call with your coach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Step back from day-in, day-out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Put AI to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On Repeat Tasks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from pre-built Law Firm AI Skills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AI session to turn skills into daily use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Aim first at contract review and HR documents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Stop building every skill alone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AI carry the repeat work for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Offer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Path to Retainer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Shape your flat-fee subscription offer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the path from first call to retainer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exit-planning pages to your website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Ask happy clients for Google reviews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 the face while the firm runs behind you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FILIPPOV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COACH ESSENTIALS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232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2609" y="1519428"/>
            <a:ext cx="189191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Group coaching · Monthly 1:1 call · Roles &amp; handoffs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5905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6191" y="257098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Managed AI workspace · Weekly AI session · Law Firm AI Skills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$2,847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9333" y="3460051"/>
            <a:ext cx="224519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No bundle discount applies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Run on its 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builds roles and handoffs for contractors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Automate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Pre-built AI skills and a weekly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Build it first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and AI to set up offer and systems 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that runs on its own with other people, while I am the face of it doing the legal work I enjoy."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
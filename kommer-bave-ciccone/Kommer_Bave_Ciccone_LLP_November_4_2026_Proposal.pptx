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KOMMER BAVE &amp; CICCONE LLP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Kommer Bave &amp; Ciccone LLP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feel like I'm losing a lot of the market share or clients because of my less than stellar web page.”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need something else to do some of the work for me, rather than just word of mouth.”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Divorce searches go to other firms, so referrals stay your main source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Consults that do not sign right away get no structured follow-up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Growth waits on your time in court until roles and process are 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KOMMER BAVE &amp; CICCONE LLP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Poppins"/>
              </a:rPr>
              <a:t>Your Growth Plan: 3 Priorities to Reach Marketing That Works Without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Fix your Google profile so divorce searches find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Launch family-law LSAs across Westchester and Rockland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Point Google search ads at divorce and custody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Rebuild your site around family law and both offices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One team handles it all, so you can stay in court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clear consultation path on every key page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Follow up with consults who do not sign right away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steady habit of asking clients for reviews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Give every consult a script so nothing slips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Document roles and process before the next hire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Bring your PI hire and paralegal into a ready system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Track cost per signed case by case type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Decide how and when to add personal injury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Build a firm that runs while you are in court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KOMMER BAVE &amp; CICCONE LLP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OPTION 1: FULL SERVICE MARKETING —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$5,697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182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7468" y="1519428"/>
            <a:ext cx="1877059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SEO · LSA · Google · Social · 2 GBP locations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OPTION 2: FULL SERVICE MARKETING — ESSENTIALS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$3,797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1174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1461" y="2570988"/>
            <a:ext cx="193306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SEO · LSA · Google · Social · 1 GBP location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$5,697 or $3,797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3670" y="3420046"/>
            <a:ext cx="1630857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Choose one option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$5,000/mo paid directly to Google/Meta — to reach divorce and custody searches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$10,800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Conservative  (~7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$73,000 revenue · 14.7×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$88,000 revenue · 17.6×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One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Website, SEO, and ads under one centralized team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Your website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New site built around family law and both offices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Word of mouth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Family-law LSAs and Google ads bring in new cases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"My marketing works while I am in court, and my website finally says what my clients already know about this firm."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
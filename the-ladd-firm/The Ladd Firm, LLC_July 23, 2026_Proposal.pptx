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LADD FIRM,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The Ladd Firm, LLC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unified ad plan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5 of 10 meetings/wk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Owner: 5 hrs/day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profit plan yet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defined intake process — meetings stuck near 5/week vs. a 10 goal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One contractor runs website, SEO, PPC, and LSA with no backup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Southern Estate Lawyers already holds the satellite markets you want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165-209 reviews at 4.9 stars — more than every named competitor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Southern Estate Lawyers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60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5.0 · multi-location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Holt &amp; Associates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N/A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City + practice ad pages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Johnstone Adams LLC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21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125+ yr legacy brand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The Ladd Firm, LLC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165-209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LADD FIRM,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10 Meetings a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leads, intake, team, and profit — must work together. When they do, Banks can finally step back from production work and trust the firm to run itself.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$800K → $1.6M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back and trust the firm runs itself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Coordinate PPC, LSA &amp; SEO into one plan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mismatch across directories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leads that don't need you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Put your review lead into ad copy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Target satellite markets before rivals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real design-meeting follow-up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contact form above the fold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live chat for after-hours visitors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Close the gap from 5 to 10 meetings/wk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Capture leads you already paid for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Back up Colin with an internal system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 Banks on delegation, not overload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profit, not just revenue pace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Raise case value toward market rate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up your five hours a day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LADD FIRM,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PPC · LSA · Local SEO · Directory Cleanup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Intake framework · Team accountability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$3,500–$14,000/mo paid directly to Google/LSA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$4,000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(3-4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$12K-$16K revenue · ~4.6×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(18-20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$72K-$80K revenue · ~5.5×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coordinated PPC + LSA plan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Correct NAP across all directories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Rebuild above-the-fold contact form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 off coaching on intake process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Baseline profit plan by practice area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"You've already built the reputation and the reach — now the firm can run without needing five hours a day of you to hold it up."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
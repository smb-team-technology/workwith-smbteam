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LADD FIRM, 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Ladd Firm, LLC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$6K/mo, no synergy</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5 of 10 meetings/wk</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Owner-dependent</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profit plan</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Booking 5 of 10 goal design meetings — no defined follow-up process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One contractor runs website, SEO, PPC &amp; LSA — a capacity ceiling</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$4,000 avg case value sits below the $5,000 local market rate</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165 reviews at 4.9 stars — beats every named local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Southern Estate Lawyers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60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Multi-location · Foley/Daphne</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Cromwell &amp; Associates</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33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4.2 stars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Johnstone Adams LLC</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21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125+ yr legacy brand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Ladd Firm, 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165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LADD FIRM,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10 Meetings a Week</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AI-powered workflows and structured coaching work together to free up an owner's time. When automation handles repeatable tasks and coaching builds real delegation, Banks can finally step back from five hours of daily production.</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5 → 10 design meetings/week</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Banks gets his five hours a day back</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Automate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Busywork</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Kick off AI Foundation Sprint &amp; CTO L1</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Deploy Claude workspace + Legal AI Skills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Connect automations to existing MyCase</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Free up hours spent on repeatable tasks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the AI trial into a CTO-led rollout</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Build a defined design-meeting follow-up process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Close the gap from 5 to 10 meetings a week</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Add a lower-commitment way to engage the site</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Capture leads the firm already paid for</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Meetings book without Banks chasing them</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delegation plan for Summer &amp; Leo</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Coach Banks out of daily production work</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 by practice area, not just pace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Close the $4K vs. $5K case value gap</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Turn revenue pace into a real profit plan</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LADD FIRM,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LEGAL AI WORKFORCE — FRACTIONAL CTO L1</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$3,297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$3,797/mo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Dedicated CTO · Claude Enterprise · AI Skills · MyCase workflows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1:1 coaching · Intake framework · Team accountability</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$6,497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$797/mo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One-time AI Foundation Sprint: $14,997 (paired w/ CTO L1, not monthly)</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$4,000 (below $5K market rate)</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Current ad spend (self-managed):</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$6,000/mo → ~$60,000/mo · ~10x</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Ad spend &amp; marketing:</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Not part of this proposal</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Kick off AI Foundation Sprint &amp; CTO L1</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Claude workspace + AI Skills deployed</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Elite Coach Plus coaching kickoff</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First MyCase workflow automations live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Delegation plan running for Summer &amp; Leo</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want the firm to grow without it costing me another hour of my day."</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
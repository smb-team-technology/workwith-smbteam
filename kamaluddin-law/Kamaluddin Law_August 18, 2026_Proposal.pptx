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KAMALUDDIN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Kamaluddin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100% referral-only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delegation today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Owner is bottleneck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Case-by-case fees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Invisible in all 6 of 6 local searches run in this market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Every case evaluation and fee negotiation runs through Nahla alone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A GBP verification block is hiding the listing from local search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Review profile compares favorably to every named competitor here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Weinstock Immigration Lawyers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Strong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Wins "best Atlanta" search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Orgesi Pandeli / Delgado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Sponsored ads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Owns paid search slots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Hammers Accident &amp; Injury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Strong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Dominates PI in Smyrna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Kamaluddin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Strong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KAMALUDDIN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$200,000/Month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leads, intake, team, and profit — must work together. When all four work, Nahla can lead a legacy firm instead of running every case herself.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$1.2M → $2.4M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Step into the CEO role you've earned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Google into a pipeline that runs itself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GBP category &amp; resolve verification block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Correct the NAP listing conflict on directories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LSA to convert reviews into new calls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geo-targeted pages for Marietta &amp; Cobb County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Move the case evaluation form above the fold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delegated intake process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Create standard fee &amp; payment-plan scripts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 defined follow-up sequence for leads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Free Nahla from answering every call herself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Start Elite Coach Plus delegation training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Define roles beyond Nahla for casework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Standardize the fee model by practice area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profit &amp; acquisition cost per case type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the bench of attorneys for your legacy firm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KAMALUDDIN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$7,497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Website · Google Ads · LSA · Meta Ads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group coaching · masterminds · delegation &amp; hiring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$10,697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$1,797/mo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$8,000–$24,000/mo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$4,500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(13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$56,800 revenue · 7.1×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(46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$207,000 revenue · 8.6×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Google Ads &amp; LSA for immigration law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Correct GBP category &amp; resolve verification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NAP conflict &amp; clean up directory listings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Move case form above the fold; add bio page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 off Elite Coach Plus delegation plan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"I want to build a legacy firm — with a team of attorneys I've trained — so I can finally lead instead of doing it all myself."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
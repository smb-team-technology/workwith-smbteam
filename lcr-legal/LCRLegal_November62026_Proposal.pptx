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LCR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LCR Legal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“I'll have my paralegal send you the rep agreement and intake form tomorrow. I don't like that.”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hard to find trusted paralegals that are meticulous”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Ready clients wait a day for their agreement and payment link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 missed filing step cost one matter a 90-day wait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Estate and business work is invisible online; word of mouth leads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LCR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Out of the Courtroom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&amp; Agreements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Send the agreement the moment a client says yes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AI Workforce Pro, month-to-month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sessions to build your intake workflows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your personal touch on every first call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Spend less time chasing paperwork, more with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Systemize Paperwork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&amp; Deadlines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Draft estate and probate forms with AI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paralegal hours into review, not retyping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reminders for filing and publication steps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the process live in a system, not memory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Step out of court without paperwork slipping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Found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Your New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Rebuild the homepage around your three pillars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mobile speed during the website redo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Match firm name, address and phone everywhere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Publish flat-fee estate and business packages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Later: a done-for-you Fractional CTO as you grow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LCR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— STARTER (1 USER)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5905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6191" y="151942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Implementation Session · Month-to-month · 1M credits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$350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4238" y="3460051"/>
            <a:ext cx="242028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 i="0">
                <a:solidFill>
                  <a:srgbClr val="A9D68C"/>
                </a:solidFill>
                <a:latin typeface="Poppins"/>
              </a:rPr>
              <a:t>Month-to-month, no long-term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Automate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Weekly AI sessions build your intake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Send right 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Same-day agreement and payment link comes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Form-heavy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applied to estate and probate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"Out of the courtroom for good, and every client gets their agreement right away and still hears from me personally."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
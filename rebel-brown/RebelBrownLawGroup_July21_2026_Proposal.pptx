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REBEL BROWN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Rebel Brown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Only 1 in 4 answered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is 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by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60 of 80 monthly leads go unanswered — ~$200K/year lost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city/county SEO pages despite 8-county SSD claim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Owner capped at 2-3 billable hours/day by admin 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SSD site is modern, professional, 10.0 Avvo rating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Hoffman DiMuzio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84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multi-office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Bross &amp; Frankel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SSD-only, outranks organically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Stopper Lopez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City-specific landing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Rebel Brown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48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REBEL BROWN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1,000 SSD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together. When all four work, Marianne can finally step back from the 70% of her day spent on non-billable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$400K → 1,000 SSD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let SSD run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SSD Google Ads &amp; LSA campaigns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landing pages for all 8 counties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category and NAP inconsistencies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retargeting and testimonial Meta 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Answer all 80 monthly leads, not just 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 up a defined follow-up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and overflow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Recover the $200K/year being lost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your 80% close rate into 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delegation for the lean team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builds accountability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practice, not just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Marianne from 70% non-billable 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team that runs without her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REBEL BROWN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 SEO · Google Ads · LSA · GBP · Landing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$20,000 revenue · 5.7×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$100,000 revenue · 7.1×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SSD Google Ads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category fix and NAP cleanup 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City/county landing pages published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follow-up process fully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builds team delegation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the SSD practice to run without me being the one babysitting every single case."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
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AERO LAW CENTER</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Aero Law Center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RED</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Ads paused, SEO ended</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9-11% lead-to-retained</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Runs through one attorney</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channel profit view</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Google Ads paused on a payment issue — zero paid search visibility</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Paid SEO retainer ended; most recent blog post is over a year old</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Orlando and Atlanta, both named priority cities, have no page at all</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190 Google reviews at 4.9 stars — a real, verifiable reputation asset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-&gt;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Tripp Scott</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243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39-lawyer firm, Martindale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Aviation Legal Group</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not found</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AV Preeminent since 1997</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Lapayowker Jet Counsel</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not found</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Chambers HNW ranked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Aero Law Center</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190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&lt;- You are here (4.9 stars)</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AERO LAW CENTER</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$500K/Month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must work together. When they do, Aero Law Center can finally step away from routing every decision through one attorney and become the national platform it already brands itself as.</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$3M -&gt; $5-7M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Build the largest aviation law firm in the US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Reactivate Google Ads — the account is just paused</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Turn Google into a client pipeline that runs itself</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Build the missing Aircraft Lien page</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Launch Orlando and Atlanta pages, your named targets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Clean up GBP so your 4.9-star reputation gets found</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Move the contact form above the fold</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Add after-hours coverage for national inquiries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Fix the gap behind the 9-11% lead-to-retained rate</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Convert more of the leads you already paid for</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Stop losing clients you already earned the hard way</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FCOO Director builds ops so John isn't the bottleneck</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Firm-owned GBP access, not John's personal account</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 by channel, not by one bad month</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Free John to do only the $700/hr work he must do</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a firm that runs without him in every room</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AERO LAW CENTER</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rebuild · Google Ads · LSA · Meta Ads ·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 + FCOO DIRECTOR</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$8,394</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$10,794/mo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Group coaching · Masterminds · Dedicated FCOO Director</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$24,391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$5,400/mo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$6,700-$105,000/mo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~$9,000 (blended estimate)</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(~8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$70,236 revenue - 10.5x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(~147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$1,320,939 revenue - 12.6x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Resolve Google Ads payment issue, relaunch</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Launch conservative paid channels at $6,700/mo</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Build Aircraft Lien and Orlando/Atlanta pages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Clean up GBP ownership and NAP consistency</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Master's Circle and FCOO Director kickoff</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"You already built the largest aviation law firm brand in the country. Now let's build the systems to make it true."</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
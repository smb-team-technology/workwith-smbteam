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DICKEY LAW GROUP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Dickey Law Group PLLC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100% organic, 0% paid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intake staff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support staff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MONITOR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profit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Zero paid ads — invisible to high-intent local searchers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Intake falls to both attorneys — no after-hours coverage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Two-attorney firm can't scale without systems and staff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5-star bilingual firm — a rare trust edge competitors lack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Goal: Stage 5, Law Firm CEO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Riddle &amp; Butts, LLP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80+ yr track record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Top CPA referral source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Weygandt Law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Multi-location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Flat-fee brand, community events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 Ford Law Firm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 attorneys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25+ yrs, high-volume capacity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Dickey Law Group PLLC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32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Jonathan Farace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DICKEY LAW GROUP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$75K/Month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All four pillars must work together — miss any one and growth stalls regardless of how talented the attorneys are. When they run as a system, James and Mireya can step back and let the firm grow without them in every room.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$450K → $900K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back and let the firm grow without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LSA — qualified leads call you directly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Spanish ads — a channel no competitor can match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Contact form above fold — convert existing traffic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Geo pages for Spring, Conroe — widen your market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32 five-star reviews → Google Screened visibility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After-hours intake — no evening call goes unanswered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3-step follow-up sequence — stop losing warm leads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Booking widget converts visitors before they scroll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consult-to-client rate weekly — find the leak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Structured intake script — faster, consistent process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SOPs before hiring — scale without chaos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by practice area — know best margins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First support hire with training system in place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Monthly profit review — more revenue you actually keep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 firm that runs systems, not one that runs on 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Jonathan Farace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DICKEY LAW GROUP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SEO · GBP · Website optimization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KPI scorecards · Intake framework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$5,500–$15,000/mo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$3,500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(6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$21,000 revenue · 3.8×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(26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$91,000 revenue · 6.1×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and LSA — paid leads active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Contact form above fold, booking widget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 — baseline metrics and 90-day plan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Geo landing pages for Spring and Conroe TX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Automated review sequence live — targeting 50+ reviews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"You did not start this firm to handle every intake call yourself. You started it to help families — and to build something that works without requiring everything from both of you."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Jonathan Farace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
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BOESHAAR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Boeshaar Law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~25 leads a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Bob takes sales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Firm depends on Bob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Uneven cash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The firm is capped by one attorney's hours: at least half of Bob's 40-hour week goes to delegable work.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Email takes Bob two to three hours a day, plus about two more for staff.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Google shows the firm closed on weekends though an answering service covers seven days a week.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Google and AI recommendations already drive about 60% of leads.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Washington Tax Services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Larger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ranks above you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Seattle Legal Services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Larger review 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ranks above you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Kennedy Tax Solutions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Large review base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Seattle page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Boeshaar Law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Smaller review 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BOESHAAR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$2M a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 generation, intake, team, and profit must work together. When all four pillars work, Bob can finally take real time off and know the firm runs without him.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$500K → $2M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Take real time off and trust the firm runs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on Email &amp; Drafts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Start 3 seats of AI Workforce Pro for your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Weekly session to put AI on routine email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your email agents into a team-wide 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AI drafts first replies; your team reviews them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Get hours of your week back for your family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Close More Calls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phone, issue type, and deadline to the 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Match Google hours to your 7-day answering service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down your sales call so others can run 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Ask every happy client for a Google review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Move routine intake off your own calendar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Firm That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Runs Without You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roles and handoffs with a Fractional COO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Plan the associate hire before the June target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Set accountability so decisions stop routing to you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 cash-flow view to even out tight months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Work toward a week off, then 30 days away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BOESHAAR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 (3 SEATS)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No stand-alone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3 seats · Weekly AI session · Month-to-month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19456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FCOO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8658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8775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8775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83464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Fractional COO · Group coaching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$4,347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138531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Depends on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4" y="138531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FCOO builds roles, accountability, and handoffs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193395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Use AI more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193395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seats and a weekly session for routine tasks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248259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Email overload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248259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drafting sessions; FCOO plans what to hand 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week off where everything runs fine — then 30 days — and more time for my family and my volunteer work."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
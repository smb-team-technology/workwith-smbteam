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WOODS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The Woods Law Firm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“It's lead flow.”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“My site is trash from 2019, man.”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“Yeah, it's diminishing returns.”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Competitors own the DUI map near Greer — you show in ~9% vs. 43–65%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Managing LSA and PPC yourself pulls your attention from trials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cost per signed case yet, so ad dollars can't be tied to fees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WOODS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50" b="1" i="0">
                <a:solidFill>
                  <a:srgbClr val="FFFFFF"/>
                </a:solidFill>
                <a:latin typeface="Poppins"/>
              </a:rPr>
              <a:t>Your Growth Plan: 3 Priorities to Reach a Steady Flow of New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Take over LSA and PPC, set county by county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Launch DUI, DV, drug, and criminal landing pages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Start in Spartanburg, where your cases close best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Refresh the 2019 site and local map listings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clicks into a pipeline that funds itself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Put a form and text option at the top of each page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Check who answers calls and how fast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Cover after-hours calls before volume ramps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your 50%+ close rate as leads grow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the source of every new inquiry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Hand campaign management to a marketing manager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Match signed cases to campaigns each month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See cost per signed case by county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Scale only the counties that pay back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Spend your time in court, not in ad accounts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WOODS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— 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$3,797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1174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1461" y="1519428"/>
            <a:ext cx="193306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LSA · PPC · Landing pages · Local SEO · Maps · AI visibility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$3,797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8891" y="3460051"/>
            <a:ext cx="22756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Stand-alone pricing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$4,500–$6,000/mo — to turn high-intent DUI searches into signed cases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$5,000 (estimate)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Conservative  (~11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~$54,800 revenue · 12.2×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(~17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~$87,400 revenue · 14.6×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LSA and PPC takeover, built county by county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2019 website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New landing pages plus web and SEO foundation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Proof of 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Monthly signed-case match-back to campaigns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"I want to be playing with house money, not my money."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
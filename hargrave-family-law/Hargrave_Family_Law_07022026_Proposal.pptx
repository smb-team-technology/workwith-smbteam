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HARGRAVE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Hargrave Family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observed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Form buried; no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Structure unverified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unconfirmed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Google Ads, LSA, or Meta ads observed — competitors hold every paid position while Hargrave relies solely on organic traffic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FindLaw lists a different phone number than the website — this NAP mismatch suppresses local 3-pack rankings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Contact form buried below the fold with no after-hours coverage — evening and weekend leads have no way to convert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211 Google reviews at 4.9 stars — more than double the count of both named competitors (McClure 99, Goranson Bain 88)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Stage 6: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Goranson Bain Ausley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#1 Dallas · 26+ attorneys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McClure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99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Collaborative divorce SEO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Powell Law Offices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unknown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Active Google Ads now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Hargrave Family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211 reviews · 4.9★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HARGRAVE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Predictable Revenue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Generation. Intake. Self-Managing Team. Profit Plan. All four must work together — and right now, none of the four are operating at full strength. When they do, Jennifer can lead the firm she has built rather than be consumed by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Organic only  →  Full Paid + Organic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Lead the firm — and let it run without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211 reviews into top-of-page LSA 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collaborative divorce Google Ads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mismatch; activate weekly GBP posts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McKinney/Collin County as a separate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Google, LSA, and Meta simultaneously from day 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 on homepage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after-hours lead capture across both offices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intake process from first call to signed retainer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follow-up sequence for leads who don't sign same 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response time standard for every inquiry channel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management layer across Dallas and McKinney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accountability rhythms and KPIs by office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cost per case by practice area and case type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profit targets — not just revenue targets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framework so Jennifer leads, not manages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HARGRAVE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Intake audit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$24,000 revenue · 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$120,000 revenue · 10×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Search Ads &amp; LSA launch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form &amp; mobile speed fixes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FindLaw NAP corrected; GBP posts 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&amp; intake audit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video ads live; accountability systems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reputation is built — the system to turn it into a predictable client pipeline is not, yet."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
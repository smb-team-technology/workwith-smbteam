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LAW OFFICE OF STEVEN ELLMAN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Law Office of Steven Ellman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paid ads on any channel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after-hours coverage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Solo attorney, no structure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profit plan in place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Competitors own Google Ads &amp; LSA in Burlington Co. — firm has zero paid presence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Baxter leads in reviews (144 vs. 120) and holds top Burlington Co. DWI positions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NAP mismatch (715 vs. 617 Stokes Rd) suppresses local pack rankings firm has earned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4.9-star Google profile with 120 reviews — strongest foundation in this market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Law Offices of Christopher Baxter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144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5.0 ★ · Moorestown, 4 mi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Levow DWI Law, P.C.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100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5.0 ★ · Statewide DWI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Rosenberg Perry &amp; Associates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325 reviews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5.0 ★ · Burlington Co. seat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Law Office of Steven Ellman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120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Nick Holderman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LAW OFFICE OF STEVEN ELLMAN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$4M / Year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Lead Generation, Intake, Self-Managing Team, and Profit Plan — all four must work together. When the system is built, Steven can focus on defending clients while the firm feeds itself.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$2.4M → $4M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Cases come in. Law gets done.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DUI pipeline without you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Get LSA live before Baxter claims all the slots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NAP across BBB &amp; Martindale — unlock 3-pack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Meta retargeting for South Jersey DUI leads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Avvo profile and expand FindLaw presence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Cover Thu–Sat nights when DUI arrests peak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Set 5-minute form response standard — win early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Document intake script so staff handles it, not you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form-to-consult conversion from week one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follow-up for leads who don’t sign fast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Document ops so the firm runs when you’re in court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Define roles: admin handles admin, you do the law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cost-per-case metric — measure every ad dollar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Profit plan: know what you keep, not just revenue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Phase 2: intake coordinator scales with case volume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Nick Holderman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LAW OFFICE OF STEVEN ELLMAN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$8,997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Ads · LSA · Meta · Local SEO · Website Opt · $2,200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$8,997 /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Add coaching &amp; save $1,600/mo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$7,500–$15,000/mo paid directly to Google/Meta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$4,500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(~5 cases/mo):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~$22,500 revenue · ~3.0× ROAS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(~15 cases/mo):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~$67,500 revenue · ~4.5× ROAS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Google Ads + LSA campaigns go live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NAP corrected across BBB, Martindale, all dirs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Mobile PageSpeed + intake protocol defined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Website audit complete — priority fixes live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Dashboard reviewed; Phase 2 roadmap confirmed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“The leads exist — Christopher Baxter and Levow DWI Law are capturing them right now while this firm’s paid presence sits empty.”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Nick Holderman | SMB Team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
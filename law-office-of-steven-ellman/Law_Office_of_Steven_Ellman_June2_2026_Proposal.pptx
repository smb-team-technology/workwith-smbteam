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STEVEN 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Law Office of Steven Ellman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on any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attorney, no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 in 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Competitors own Google Ads &amp; LSA in Burlington Co. — this firm has zero paid presence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Baxter now leads in reviews (144 vs. 120) and holds top Burlington Co. DWI positions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mismatch (715 vs. 617 Stokes Rd) suppresses local pack rankings firm has earned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4.9-star Google profile with 120 reviews — the strongest foundation in this market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Law Offices of Christopher Baxter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144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Moorestown, 4 mi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Levow DWI Law, P.C.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Statewide DWI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Rosenberg Perry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325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Burlington Co. seat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Law Office of Steven Ellman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120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STEVEN 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$4M /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Self-Managing Team, and Profit Plan — all four must work together. When the system is built, Steven can focus on defending clients while the firm feeds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$2.4M → $4M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Cases come in. Law gets done.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DUI case pipeline without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LSA live before Baxter claims all the slots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across BBB and Martindale — unlock 3-pack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retargeting — follow prospects after they visit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Avvo profile and expand FindLaw presence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Cover Thu–Sat nights when DUI arrests happen most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5-minute form response standard — win early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intake script so staff handles it, not you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form-to-consult conversion from week 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sequence for leads who don't sign fast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ops so the firm moves when you're in court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roles: admin handles admin, you do the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cost-per-case metric — measure every ad dollar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Profit plan: know what you keep,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Phase 2: intake coordinator scales capacity with 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STEVEN 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· Website Optimization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$3,397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Standalone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$4,000–$5,500/mo paid directly to Google/LSA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(~3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~$13,500 revenue · ~3.4×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(~5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~$22,500 revenue · ~4.1×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campaigns go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corrected across BBB, Martindale, all dirs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protocol + after-hours coverage defined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audit complete — priority fixes 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reviews KPIs; Phase 2 roadmap confirmed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leads exist — Christopher Baxter and Levow are capturing them right now while this firm's paid presence sits empty."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
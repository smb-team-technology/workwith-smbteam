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COLE REYNOLDS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Cole Reynolds Law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One SEO channel 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support staff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0 non-attorney staff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16A34A"/>
                </a:solidFill>
                <a:latin typeface="Calibri"/>
              </a:rPr>
              <a:t>GREEN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10-20% overhead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100% of leads come from one organic SEO channel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Zero support staff — every inquiry lands on a partner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Review count (~5-7) trails competitors by 5x or more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Runs at 10-20% overhead vs. industry's 40-60%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Kinetic Law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36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4.7 rating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Manley Burke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43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5 Best Lawyers attys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Strauss Troy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7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47 lawyers, est. 1953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Cole Reynolds Law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~5-7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COLE REYNOLDS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$2M in Annual Revenue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All four pillars — lead generation, intake, team, and profit — must work together. When each one works, Cole Reynolds Law can grow deal flow without adding another hour to the partners' week.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$1M → $2M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Step away — and the firm keeps growing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 Ads for business law &amp; M&amp;A terms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Bid on Kinetic Law &amp; Manley Burke by name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Claim Local Service Ads before competitors do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Revive the blog — stale for 20+ months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pipeline that runs without you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defined intake process, start to finish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after-hours coverage for inbound inquiries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Move the contact form to the homepage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response time on every inquiry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Stop losing leads you already paid to attract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delegation so partners aren't doing it all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Prepare the firm to absorb the planned acquisition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case value &amp; cost by practice area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Set a real revenue goal beyond guesswork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Free up partner time for deal work — and life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COLE REYNOLDS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$7,397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$8,997/mo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Google Ads · Local SEO · Conquesting · Website fixes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Masterminds · Quarterly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$10,597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$1,897/mo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$3,500–$14,000/mo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$5,000 (est.)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(4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$20,000 revenue · 5.7×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(19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$95,000 revenue · 6.8×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 Ads on business law &amp; M&amp;A terms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competitor-conquesting ad campaigns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Move contact form above the fold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Kick off Elite Coach Plus coaching sessions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Confirm PageSpeed &amp; reviews, optimize ongoing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"I want to add the next firm to ours — without adding another hour to my own week."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
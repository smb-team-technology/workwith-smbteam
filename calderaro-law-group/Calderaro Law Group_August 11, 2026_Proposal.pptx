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CALDERARO LAW GROUP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Calderaro Law Group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100% from referrals</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20% close, no system</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30 case slots open</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margin tracking</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100% of new business comes from referrals alone</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A 20% close rate leaves 30 of 120 case slots empty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profit tracking exists behind the $3.6M goal</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90-95% case approval rate once a client signs</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3: Solo Practitioner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Davies &amp; Associates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~79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4.9★ Trustindex</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Kurzban Tetzeli &amp; Pratt</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115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4.7★ AV Preeminent</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Rothrock Immigration</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29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5.0★ Top Rated</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Calderaro Law Group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Not verified</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CALDERARO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$3.6M by 2027</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All four pillars must work together. Missing any one means growth stalls regardless of ad spend. When all four work, Renata can finally stop being the firm's only source of new business.</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$1M → $3.6M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A firm that grows without waiting on referrals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PPC for E2, EB5, L, O visa terms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Activate Local Service Ads in target markets</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Add a Spanish-language ad campaign track</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Fix NAP inconsistency across directories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Stop waiting on the next referral to arrive</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Build a defined lead follow-up sequence</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Raise close rate from 20% toward the 30% goal</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Add an attorney bio to build buyer trust</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Track every lead through to a signed case</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Convert leads you already have — no new spend</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Add FCOO support as case volume grows</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Track profit by visa case type</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Fill the 30 open case slots with real clients</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coaching cadence for the 14-person team</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Free Renata from being the only growth engine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CALDERARO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GROWTH</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$7,497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$8,997/mo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PPC · LSA · Local SEO · Meta Ads · Attorney bio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MASTER'S CIRCLE</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$4,600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$4,997/mo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$12,097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$1,897/mo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$5,000–$50,000/mo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$4,500 (est.)</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(10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$45,000 revenue · 9.0×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(126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$567,000 revenue · 11.3×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Launch Google PPC + LSA for visa terms</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Add attorney bio, fix NAP across directories</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Kick off Master's Circle group coaching</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Roll out defined intake follow-up sequence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Review lead volume vs. the 30 open case slots</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"I want new clients to find us — not the other way around."</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
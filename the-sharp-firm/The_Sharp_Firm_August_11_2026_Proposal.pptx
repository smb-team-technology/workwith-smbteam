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SHARP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Sharp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leads yet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Manual triage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staff, no CRM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cost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Screening 5-10 med/mal calls daily, rejecting 99%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Meta pixel, remarketing, or LSA for target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Thomas J. Henry &amp; Jim Adler dominate paid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4.9-star, 97-review reputation across 30+ years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Thomas J. Henry Injury Attorneys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3,083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PPC &amp; volume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McMinn Personal Injury Lawyers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390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Owns truck/18-wheeler niche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Carabin &amp; Shaw, P.C. (Austin)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Smaller, but active in niche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Sharp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97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SHARP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$95,000/Month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must work together. When they do, Lance can finally step away from screening every call himself.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$570K → $1.14M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screening every call himself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&amp; lead gen campaigns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Local Service Ads for truck &amp; auto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listings across Avvo, FindLaw, Yelp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 network into a warm ad audience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your reputation into cases that find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Centralize leads in one tracked 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fast follow-up sequence for new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Route auto/truck leads to the front of the 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structured after-hours lead capture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spending your days screening the wrong calls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weekly group coaching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lead and cost per case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delegation so intake doesn't run through you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the next hire once volume outpaces you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free time back without revenue slipping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SHARP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Meta retargeting · Meta lead gen · LSA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PI mastermind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$10,000–$18,000/mo paid directly to Meta/LSA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$5,000–$10,000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$52,500 revenue · 5.25×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$120,000 revenue · 6.67×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Pixel installed, campaigns queued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&amp; lead gen campaigns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setup complete, NAP cleanup underway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Referral list uploaded, remarketing ads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cadence set, lead tracking in place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my phone ringing with the cases I actually want — not more calls I have to turn away."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
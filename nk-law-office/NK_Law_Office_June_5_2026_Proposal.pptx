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NK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NK Law Office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Not indexed by 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All intake handled solo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Solo — no team at all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NEEDS 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tracking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Website not indexed on Google — even referrals sent to the site can't find it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intake system — after-hours calls go unanswered while competitors answer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Same-building competitor has 543 reviews vs. near-zero for NK Law Office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ads while competitors run Google Ads, LSA, and Meta simultaneously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Strategic Criminal Defence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700+ reviews · 4.9★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criminal defense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Shory Law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260 reviews · 4.6★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Crim + immigration + family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Cameron Horne Law Office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543 reviews · 4.9★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building — real estate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NK Law Office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NK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$1M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Marketing, Intake, Team, and Profit must all work together — a gap in any one pillar caps the rest. When all four run systematically, Nkiru can focus on practicing law instead of managing everything around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$500K → $1M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Build a firm that runs — and pays you for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client pipeline that runs 24/7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Get indexed on Google — stop being invisible online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Google Ads for criminal defense and immigration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GBP reviews to rank in Calgary's map 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directory listings — 8 citations in 90 days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Install after-hours capture — no missed inquiries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Move contact form above the fold on homepage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follow-up sequence that runs without you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Design an intake process you can hire and train into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leads from reaching a competitor's voicemail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Hire a part-time intake coordinator — free your hours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Map case value by practice area — know what to grow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acquisition cost so ad spend is defensible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org structure to support a first full hire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Plan profit intentionally — not just discover it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NK LAW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Google Ads · LSA · Meta Ads · GBP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1:1 sessions · Intake framework ·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$7,500–$25,000/mo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$4,000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(10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$40,000 revenue · 5.3×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(42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$168,000 revenue · 6.6×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— criminal defense, immigration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Website rebuild live — indexed, above-fold CTA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GBP setup + top legal directories complete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review generation campaign launched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intake system + first hire plan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"You built this practice from scratch. Now build the system that makes it grow without requiring your presence in every file, every call, and every decision."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
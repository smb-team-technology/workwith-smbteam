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ALEXANDER &amp; ALEXANDER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Alexander &amp; Alexander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tracked ad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Wil runs pre-suit deals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associate yet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formal profit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tracked paid leads — past PPC/LSA abandoned, no tracking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Wil personally runs pre-suit negotiations, ~$520K/yr cost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Theos &amp; Jeffcoat building geo pages in your own market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121 five-star reviews — best reputation in the trade area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Now: $1.2M/yr, owner-run  →  Goal: $3-4M/yr, self-managing firm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Young &amp; Thurmond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119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5.0 stars · Aiken, SC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Theos Law Firm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96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4.8 stars · Barnwell page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Jeffcoat Injury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Multi-loc.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Orangeburg SEO pages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Alexander &amp; Alexander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121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ALEXANDER &amp; ALEXANDER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$3-4M/Year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must work together. When all four pillars work, Wil can finally step away and trust the firm runs itself.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$1.2M → $3-4M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and trust the firm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tracked Google Ads, all 3 practice areas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Activate Local Service Ads on 121 five-star reviews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geo-pages for Aiken, Barnwell, Orangeburg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Meta retargeting so no website visitor is lost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reviews into a lead engine that runs without Wil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Stand up full lead tracking on every channel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follow-up process for every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for inbound calls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See exactly which leads convert and which don't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Stop losing cases the firm already paid to generate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Delegate pre-suit negotiations off Wil's plate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Weekly coaching to build a self-managing team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real, tracked profit plan past $1.2M flat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KPI scorecards so the team runs on its own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up the hours for Wil's two-week vacation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ALEXANDER &amp; ALEXANDER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$7,397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Local SEO geo-pages · Meta Ads · tracking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group coaching · masterminds · quarterly workshops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$10,597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$1,897/mo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$7,500–$30,000/mo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$21,000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$43,000 revenue · 5.7×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(10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$210,000 revenue · 7.0×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tracked Google Ads &amp; LSA campaigns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Full conversion tracking live on every channel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Geo-pages built for Aiken, Barnwell, Orangeburg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Elite Coach Plus starts delegating pre-suit work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Follow-up process live — no lead falls through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"A firm that runs itself well enough that I can take two weeks off and come back to find it still running."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Randy Gold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
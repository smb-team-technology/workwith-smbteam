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ONE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One Law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referral-only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after-hours intake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Emanuel runs all ops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cost-per-case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ads running while competitors spend $40K–$150K/mo in Beverly Hills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120 reviews vs. Omega's 641 — invisible in 3-pack for all key PI terms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Emanuel handles payroll, HR, accounting — 5 hrs/wk left for rainmaking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5.0 stars, 120+ reviews — prime credentials for LSA and 3-pack ranking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Omega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641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Dominates BH 3-pack + paid search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Dominguez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243+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$40K–$150K/mo ads across LA market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Beverly Hills Injury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119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building — same search terms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One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~120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ONE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$10M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Plan must all work together — missing any one means growth stalls no matter how hard you work. When all four run, Emanuel can focus on rainmaking and litigation — and the firm grows without him managing everything.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$2.4M → $10M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Be the attorney again — not the office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 pipeline that runs 24/7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first position on Beverly Hills searches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Close the 500-review gap; own the local 3-pack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Spanish-language campaign to reach more PI prospects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Revive blog — SEO content that compounds monthly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24/7 lead response protocol for PI leads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Sub-5-minute response to every new web inquiry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inconsistency — remove ranking suppression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coverage so Emanuel doesn't lose cases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contact-to-signed conversion rate weekly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ops manager role — free 15+ hrs/wk for Emanuel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payroll, HR, admin off Emanuel's plate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monthly profit dashboard: margin per case type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Clarify cost-per-case to protect margins at $10M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Graduate to Stage 5 — firm grows without you daily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ONE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PI mastermind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$10,000–$40,000/mo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$50,000 (est.)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$150,000 revenue · 15×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(15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$750,000 revenue · 19×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+ LSA for Beverly Hills 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NAP, Avvo, and GBP across all directories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protocol + sub-5-min response standard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kickoff: baseline metrics + goal milestones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Campaign review: optimize top-performing ad sets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reputation is already built. The system to make it work at scale — that's what we build together."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
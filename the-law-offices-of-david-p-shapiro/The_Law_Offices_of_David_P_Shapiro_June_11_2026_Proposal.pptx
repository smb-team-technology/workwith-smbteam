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LAW OFFICES OF DAVID P. SHAPIRO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The Law Offices of David P. Shapiro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paid ads confirmed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Form buried, no chat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mgmt layer yet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Revenue unconfirmed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Google Ads or LSA — Sevens Legal captures every emergency search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Dead domain davidshapiro.com actively loses referral leads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Contact form buried below fold, no after-hours response path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4.9 Google stars · 12x Super Lawyers · BBB Torch Award — elite reputation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Sevens Legal, APC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800+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SD Best Criminal &amp; DUI 2024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Dod Law, APC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5.0 stars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2023 Trial Lawyer of the Year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Monder Criminal Lawyer Grp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4.8 stars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Active DUI/criminal presence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The Law Offices of David P. Shapiro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~204 Google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LAW OFFICES OF DAVID P. SHAPIRO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Become San Diego's #1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Team, and Profit — all four must work together. When they do, David P. Shapiro becomes the recognized #1 criminal defense firm in San Diego County and the firm runs on systems, not on him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Est. $500K → $1M+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Recognized #1 in San Diego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criminal case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Activate LSA — pay per lead, not per click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dead domain, recover lost referrals now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Meta retargeting converts visitors who didn't call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Close the 4:1 review gap with Sevens Legal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above-fold capture to the homepage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Install after-hours response for 2am arrests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every lead: source, speed, close rate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Cut response time — first to answer wins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Convert more leads already earned by reputation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management layer below David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revenue and margin by practice area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Elevate Partner Molea to operational lead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Establish KPIs and weekly team accountability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Know your profit — not just your revenue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LAW OFFICES OF DAVID P. SHAPIRO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Meta Ads · SEO · Website CRO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Masterminds · Workshops · Annual event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$8,047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$1,147/mo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$5,500–$22,000/mo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$4,000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(~4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$16,000 revenue · 2.9×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(~23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$92,000 revenue · 4.2×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Dead domain redirect + coaching kickoff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+ LSA campaigns go live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Meta retargeting campaign launches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Homepage capture + after-hours intake live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Review gen: 15–30 new Google reviews/month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"16 years of building something exceptional — now it's time to make sure San Diego sees it the moment they need help."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
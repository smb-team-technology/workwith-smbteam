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DAVID P. SHAPIRO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The Law Offices of David P. Shapiro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Referrals only; 0 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2am calls to David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C/D team; no mgmt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AT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$15K–$70K swing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Website TLS error sends a security warning to every referral click — blocking leads before they see David's credentials.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Intake depends entirely on David — including 2 a.m. emergency calls — with no process, no backup, and weekend cases being missed.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 self-described 'C or D team' with no management layer — 80% of David's work is delegable but there is no one to delegate to.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38 years of practice, a US Supreme Court victory, and 150 active PI cases already in the pipeline — unmatched Baltimore credentials.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5, Law Firm CEO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Hassan, Hassan &amp; Tuchman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385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 ★ · PI dominant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Seth Okin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212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★ · AVVO 10.0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Greenberg Law Offices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60+ yrs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Top 5 PI MD 2026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The Law Offices of David P. Shapiro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85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DAVID P. SHAPIRO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$100,000/Month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The SMB Model builds Lead Generation, Intake, Team, and Profit so all four pillars work together — not just one at a time. When all four work, David can step back, trust the firm runs, and finally have the time to build what he has been putting 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$47K avg → $100K/month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Maine home. Restaurant. Freedom.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TLS cert — stop turning referrals away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PI + CD in Baltimore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Enroll in LSA — earn Google Screened badge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review pipeline toward 300+ Google reviews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Make digital presence a 24/7 lead 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End 2 a.m. calls going to David personally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Install after-hours coverage for CD + DUI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follow-up cadence for every inquiry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and train a dedicated intake specialist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of the 150 PI cases in pipeline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C/D team with a capable A team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Delegate 80% of David's tasks to trained staff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accountability structure for every role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revenue by case type — PI, CD, and other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profit plan tied to $100K/month + Maine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DAVID P. SHAPIRO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rebuild · Google Ads · LSA · GBP · Reviews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PI/CD masterminds · Intake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$6,500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$23,000 revenue · 3.1×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(15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$97,500 revenue · 3.9×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intake metrics and priorities set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TLS fix and rebuild initiated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and LSA go live in Baltimore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intake protocol established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campaign active; team accountability live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"When the firm runs without me, I can finally go to Maine — and start building the restaurant I have been putting off for years."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
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B.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Offices of David B. Shapiro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 AM calls, no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 or D team — no A-team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$15K–$70K/mo swings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TLS cert error — every referred visitor sees a security warning before reading a 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100% referral-only — invisible to every Baltimore prospect who searches PI or criminal defense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2 AM calls handled personally — weekend arrests missed, 150-case backlog cannot advance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37 years · Supreme Court argument · 84 Google reviews — deep earned Baltimore reputation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Bob Katz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190+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 · Baltimore 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Seth Okin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stars · criminal defense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Snyder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stars · PI &amp; accidents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Offices of David B. Shapiro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84 Google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B.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a gap in any one stalls the others. When all four pillars are in place, David can step into the CEO role he described: the firm runs, the cases move, and Maine is actually on the calendar.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~$510K → $1.2M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Maine home, café, real time 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TLS cert — stop losing every referred visitor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 — pay per lead,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the signed LegalMatch contract today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— PI &amp; criminal searches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Grow from 84 to 150+ Google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coverage for 2 AM criminal arrests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Digital intake form captures every web visitor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Speed-to-lead tracking on every inbound call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Route weekend PI calls — never miss a case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referrals already earned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A-team David described on the call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associate to advance the 150-case backlog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KPI scorecards — know your numbers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PI backlog tracker — $3.75M revenue roadmap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David to be CEO — Maine home is the goal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B.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·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Workshops · Annual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$22,000 revenue · 3.0×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$82,500 revenue · 3.3×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for PI &amp; criminal defense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with Google Screened verification launches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TLS cert fixed + website rebuild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LegalMatch activated + after-hours intake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A-team accountability builds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"37 years of reputation, a full caseload, and a clear goal — build the A-team, get the calls covered, and finally spend a real week in Maine."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
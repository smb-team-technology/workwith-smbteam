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GUERRA LAW OFFICES, LLC</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Guerra Law Offices, LLC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8</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RED</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100% referrals only</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Calibri"/>
              </a:rPr>
              <a:t>RED</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No contact form</a:t>
            </a:r>
          </a:p>
        </p:txBody>
      </p:sp>
      <p:sp>
        <p:nvSpPr>
          <p:cNvPr id="19" name="Rectangle 18"/>
          <p:cNvSpPr/>
          <p:nvPr/>
        </p:nvSpPr>
        <p:spPr>
          <a:xfrm>
            <a:off x="3401568"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C0392B"/>
                </a:solidFill>
                <a:latin typeface="Calibri"/>
              </a:rPr>
              <a:t>RED</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Solo — no backup</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No cost-per-case</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Zero reviews after 15 years vs. rivals' 49-290</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100% referral-dependent — no paid lead system</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Vacation means pausing new business — no team</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Bilingual PI/RE niche — no local competitor</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3: Solo Practitioner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Rob Levine Law</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290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4.9★ statewide brand</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d'Oliveira &amp; Assoc.</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235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4.9★ 35-yr, multi-office</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Marasco &amp; Nesselbush</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49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4.8★ Providence</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Guerra Law Offices, LLC</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0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GUERRA LAW OFFICES, LLC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$1M+</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All four pillars — leads, intake, team, and profit — have to work together. Missing any one means growth stalls no matter how much you spend on ads. When all four work, Stella can finally step away and trust the firm keeps running.</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$500K → $1M+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Step away and trust the firm runs</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Launch Google Ads &amp; LSA for personal injury</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Add bilingual Spanish PI/RE campaigns</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Fix the website: mobile-ready contact form</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Start a review-generation program for trust</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Correct NAP listing errors hurting local search</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Add a real contact form — stop losing leads</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Build a fast-response process for after hours</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Track every lead so none disappear untouched</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Turn referral relationships into faster follow-up</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Free you from answering every single inquiry</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Build a coverage plan so you can step away</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Start tracking cost-per-case by practice area</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Create a profit plan tied to the $1M+ goal</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Get weekly coaching to build delegation systems</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Know your numbers before you scale ad spend</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GUERRA LAW OFFICES, LLC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STARTER</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$4,847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$5,697/mo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Website · Google Ads · LSA · Meta Ads · Local SEO</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$3,200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coaching · Masterminds · Quarterly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$8,047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$1,147/mo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$7,500–$25,000/mo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$6,500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(2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$13,000 revenue · 1.7×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(8-9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$55,250 revenue · 2.2×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Launch Google Ads &amp; LSA for personal injury</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Website rebuild goes live, mobile-ready</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Elite Coach Plus coaching kickoff begins</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Review-generation outreach starts</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Bilingual campaigns live, NAP errors fixed</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"A real vacation, a firm that keeps growing — and it never once required a partner."</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
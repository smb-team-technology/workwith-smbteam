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EICHHOLZ LAW FIRM</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The Eichholz Law Firm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8</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Ads paused; gap widening</a:t>
            </a:r>
          </a:p>
        </p:txBody>
      </p:sp>
      <p:sp>
        <p:nvSpPr>
          <p:cNvPr id="14" name="Rectangle 13"/>
          <p:cNvSpPr/>
          <p:nvPr/>
        </p:nvSpPr>
        <p:spPr>
          <a:xfrm>
            <a:off x="2542032"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D97706"/>
                </a:solidFill>
                <a:latin typeface="Calibri"/>
              </a:rPr>
              <a:t>AMBER</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40% over ideal caseload</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Stalemate blocks growth</a:t>
            </a:r>
          </a:p>
        </p:txBody>
      </p:sp>
      <p:sp>
        <p:nvSpPr>
          <p:cNvPr id="24" name="Rectangle 23"/>
          <p:cNvSpPr/>
          <p:nvPr/>
        </p:nvSpPr>
        <p:spPr>
          <a:xfrm>
            <a:off x="4261104"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-$130K net loss; balloon</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Projecting -$130K net loss; $2.1M balloon due end of 2027</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Casino (1,057 reviews) dominates every Savannah PI search while Eichholz ads are paused</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Case managers at 40% over ideal capacity — follow-up delays cost signed cases</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390 Google reviews at 4.4★ — strong reputation foundation to build on</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Jamie Casino Injury Attorneys</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1,057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4.8★ · TV + Google + Meta</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Mike Hostilo Law Firm</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628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4.6★ · Heavy regional media</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Roden Law</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60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4.9★ · High-quality boutique</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The Eichholz Law Firm</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390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Michael Kopp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EICHHOLZ LAW FIRM</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$13M</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SMB Team aligns all four pillars — marketing, intake, team, and profit — into one connected system. When all four work, David can step back from the daily grind and watch The Eichholz Law Firm reclaim its position as the dominant PI practice in the region.</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$5.2M → $13M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Reclaim the top PI firm in Savannah</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Re-enter Savannah PI Google Ads today</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Earn Google Screened via LSA enrollment</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Build review velocity — close the 667-review gap</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Fix 3-number NAP inconsistency in directories</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Turn TV spot library into active Meta ads</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Rebalance case loads: 143 → 100-case ideal</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Add after-hours call coverage — 0 missed leads</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7-day follow-up for every new inquiry</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Resolve referral source rejection issue</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Optimize website form-to-call for mobile</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Set payroll target: 42% → 25% of revenue</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End COO-owner stalemate with governance plan</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Monthly profit review — not year-end surprise</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Build reserve plan for 2027 balloon payment</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KPI scorecard for each manager and attorney</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Michael Kopp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EICHHOLZ LAW FIRM</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PLATINUM</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$15,997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$18,997/mo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Google Ads · LSA · Meta Ads · Local SEO · Website</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PI masterminds · Quarterly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$19,197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$3,297/mo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$10,000–$40,000/mo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$15,000 (est.)</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(12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$180,000 revenue · 18×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(56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$840,000 revenue · 21×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Google Ads + LSA campaigns launch live</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Website mobile optimization complete</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3</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Directory NAP standardized across all platforms</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Month 1</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Review velocity program active; 20+ reviews/mo</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Coaching KPIs set; profit plan benchmarks in place</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“You built this firm to $13 million once. The market still needs what you built — it just needs you to come back for it.”</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56" name="TextBox 55"/>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Michael Kopp | SMB Team</a:t>
            </a:r>
          </a:p>
        </p:txBody>
      </p:sp>
      <p:sp>
        <p:nvSpPr>
          <p:cNvPr id="57" name="TextBox 56"/>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
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PPD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PPD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85953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859536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16736"/>
            <a:ext cx="4069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406908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316736"/>
            <a:ext cx="4069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406908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The firm stops when you step away, and training takes ~20% of your day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New files arrive unevenly and capacity is full, so inquiries compete for your time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Without a profit plan, doubling to $1M could just add hours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PPD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$1M by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a Firm That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Runs Without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coaching and accountability on delegation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Write down the firm's most repeated tasks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Peer masterminds with other law firm owners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Step away for a vacation and the firm still runs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Grow from Small Business Manager to Wealth Multiplier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Put AI to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for Your Team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An AI workspace for all four team members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Pre-built AI skills for drafting and research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human reviews every AI first draft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weekly session to put the AI skills to work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Give back the day a week spent on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Set Up Intake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Simple intake steps any team member can follow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clear after-hours message for new inquiries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time and margin by matter type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profit plan toward $1M by 2027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Keep growth from costing you your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PPD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5277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5563" y="1519428"/>
            <a:ext cx="187896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Weekly coaching · Masterminds · Workshops · Accountability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AI WORKFORCE PRO – STARTER (4 USERS)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$1,400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6702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6988" y="2570988"/>
            <a:ext cx="1907539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AI skills for law firms · Weekly implementation 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$4,897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88832" y="3460051"/>
            <a:ext cx="2235695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00" b="1" i="0">
                <a:solidFill>
                  <a:srgbClr val="003A59"/>
                </a:solidFill>
                <a:latin typeface="Poppins"/>
              </a:rPr>
              <a:t>Owner dependence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Coaching to build delegation and systems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Training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skills and weekly sessions support newer staff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Growing to $1M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Coaching and masterminds to plan the growth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firm that runs without you in the middle — and the time to build the other ventures you have been dreaming about."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
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JOHN R. TATONE &amp; ASSOCIATES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John R. Tatone &amp; Associates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Only LSA converting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dedicated intake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Just 3, no manager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overall margin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Only Google LSA is actually converting — other channels aren't paying off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above-the-fold form or live chat — visitors leave before they connect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3-person team, no manager — the practice can't run without John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Avvo rating of 9.4 "Superb" — among the strongest in this market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SSR Law Offices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129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outranks on estate planning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Rutkowski Law Firm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166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4.8★ · 166-1,100 organic visits/mo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Hubbs Law Group PLC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N/A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Direct Utica-based competitor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John R. Tatone &amp; Associates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126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JOHN R. TATONE &amp; ASSOCIATES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$500K in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marketing, intake, team, and profit — must work together. When they do, John can finally step back from the practice without it stalling.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$270K → $500K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and trust the practice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Expand Google LSA — the channel already proven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local SEO landing pages for nearby suburbs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Facebook spend into real lead generation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the Yelp category and NAP inconsistencies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LSA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 visible way to start a conversation online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fast follow-up sequence for every lead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clear calls-to-action on every page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which leads convert and which don't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every website visit into a real conversation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 management layer beneath John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documented profit plan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true case value and close rate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Create accountability without more headcount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John from being the only safety net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JOHN R. TATONE &amp; ASSOCIATES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ESSENTIALS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Managed Google LSA · GBP · core SEO · local landing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practice area masterminds · growth curriculum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$5,997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$897/mo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$3,500–$7,500/mo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$2,500 (est.)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(3-4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$9,000 revenue · 2.6×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(9-10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$23,000 revenue · 3.1×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Elite Coach onboarding &amp; KPI targets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expanded Google LSA campaign coverage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above-the-fold contact forms &amp; CTAs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Yelp category &amp; Novi, MI NAP inconsistency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Live landing pages for Sterling Hts, Warren, Macomb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"After everything it took to get here, I want a practice that keeps moving even when I'm not the one moving it."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
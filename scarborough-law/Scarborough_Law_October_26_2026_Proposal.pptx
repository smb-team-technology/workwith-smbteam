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SCARBOROUGH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Scarborough Law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“The previous seven days, it literally says zero leads.”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 can't figure out why it's not.”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Local Service Ads have gone quiet, tying growth to referrals and lunches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tracking from inquiry to signed plan, so lost clients stay invisible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A solo attorney can't absorb six to eight clients a month without a first hire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SCARBOROUGH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6–8 Clients a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Client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Turn Google into a pipeline that runs without lunches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Google Ads for Houston trust and probate searches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Find why Local Service Ads went quiet and fix it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Monthly reports on leads and cost per lead by channel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Track Every Client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every inquiry from first call to signed plan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See where families drop off before they sign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Define a follow-up routine for every inquiry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Know what each signed client costs to win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Prepare Your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First Hire &amp; Numbers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Choose your first hire on your own timeline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List the drafting tasks a paralegal could take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toward delegating, not being forced to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ops and finance support as revenue grows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SCARBOROUGH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PAID ADS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$2,497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2323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2609" y="1519428"/>
            <a:ext cx="189191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$3,497/mo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Google Ads · LSA · Optimization · Monthly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$2,497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2208" y="3460051"/>
            <a:ext cx="2252319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$1,000/mo by bundling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Recommended ad spend: $3,500–$5,700/mo — to capture high-intent Houston trust and probate searches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$4,000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B2A38"/>
                </a:solidFill>
                <a:latin typeface="Poppins"/>
              </a:rPr>
              <a:t>Conservative  (~3 cases/mo):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~$13,000 revenue · 3.7× 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Aggressive  (~6 cases/mo):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~$25,300 revenue · 4.4× ROAS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734056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Google focus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734056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Expert Google Ads management saves your time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3081528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LSAs gone quiet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081528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Account review and monthly channel reporting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3429000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6–8 clients/mo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429000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Ad spend range sized around that goal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"Clients are already signing at about $4,000 a plan — the measured Google channel to bring in six to eight a month, and the numbers to prove it, are the missing pieces."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
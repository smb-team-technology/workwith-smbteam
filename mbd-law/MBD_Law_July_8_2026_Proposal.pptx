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MBD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MBD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GBP miscategorized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75% close; gaps upstream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DOO 2024; systems building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cost-per-case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GBP listed as 'General Law Firm' — $10K/mo LSA spend is structurally suppressed while competitors with correct category capture Bergen County's top family law searches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Meta advertising running — entire paid social channel unclaimed while competitors build brand awareness before prospects ever search Google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Website contact form buried at bottom — ad-driven visitors who don't scroll have no visible way to reach the firm, losing consultations from paid traffic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86 Google reviews at 4.8 stars — more reviews than Burke Williams (69), and a 75% consultation close rate that is exceptional for Bergen County family law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Burke Williams, 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69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 ★ · Best of Bergen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Weinberger Divorce &amp; Family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Dominant NJ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Statewide firm · correct cat.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Weiner Law Group LLP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35+ yrs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High-asset divorce focus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MBD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86 reviews · 4.8 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MBD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$250K/Month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 — fixing one without the others only moves the bottleneck. When all four pillars run as a system, MBD Law reaches $10M on predictable infrastructure, not on luck or who called that week.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$2.0M → $10M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Growth that is real, predictable, and not dependent on luck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GBP category: unlock $10K/mo LSA instantly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Expand PPC past $2,500 — win Bergen County terms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Meta retargeting for warm website visitors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review system to 200+ Google reviews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above-fold contact form to homepage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Create after-hours lead capture for missed calls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consultation follow-up for non-converted leads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Formalize intake scripts to protect 75% close rate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leads → consults → signed cases by channel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FCOO Director builds ops systems with Natalie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Design intake protocol for scale to 25 clients/mo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up channel-level marketing attribution dashboard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quarterly profit planning with revenue targets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talent pipeline for the $10M growth trajectory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MBD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DOMINATE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$10,497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$12,497/mo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Meta Ads · SEO · GBP Optimization · Website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MASTER'S CIRCLE + FCOO DIRECTOR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$5,394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$7,794/mo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Group Coaching · Masterminds · FCOO Director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$15,891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$4,400/mo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$3,500–$14,000/mo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~$10,000 (est.)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(6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$60,000 revenue · 17×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(28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$280,000 revenue · 20×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GBP category — unlock full LSA delivery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restructured Google Ads + Meta retargeting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Begin FCOO Director + Master's Circle coaching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homepage for above-fold contact capture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Attribution dashboard live; first ROI review call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"Build a firm that hits $10M — so the growth is real, predictable, and not dependent on luck or a referral that didn't show up for 10 days."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
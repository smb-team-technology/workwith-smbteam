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MAIDEN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Maiden Law Firm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ads on any channel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after-hours coverage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Attorney manages intake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revenue baseline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paid ads — every PI search goes to Joye or Drennan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31 reviews vs. 730+ — invisible in the local 3-pack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after-hours intake; attorney handles all inquiries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4.5-star reputation — strong foundation to build from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3: Solo Practitioner  →  Stage 6: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Drennan Law Firm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730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5.0 stars · local pack dominant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Joye Law Firm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2,260+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 stars · ads on every channel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Christmas Injury Lawyers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177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4.9 stars · 3-pack competitor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Maiden Law Firm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31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MAIDEN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$1M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 — each one amplifies the others. When all four pillars are in place, Brooke can step back from the day-to-day and trust that the firm is handling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$500K → $1M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back — and trust the firm handles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car accident + PI keywords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LSA — top-of-page, pay per lead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50+ Google reviews in 90 days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city pages: Charleston + N. Charleston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client pipeline that runs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Install after-hours intake coverage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Automate 60-sec form response: text + email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CRM to track every lead to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intake script for car accident inquiries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Stop losing cases to the first firm that calls back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Hire and train a dedicated intake specialist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org chart and delegation SOPs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Establish revenue baseline + monthly target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owner draw — planned, not reactive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firm that runs when Brooke steps out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MAIDEN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Website · Google Ads · LSA · Local SEO · Facebook &amp; Instagram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$4,847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$850/mo vs. stand-alone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$10,000–$20,000/mo paid directly to Google/Meta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~$7,500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(5–6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~$41,000 revenue · ~4× ROAS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(13–14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~$100,000 revenue · ~5× 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campaigns go live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LSA application submitted; review campaign starts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request campaign begins — targeting 50+ in 90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Website rebuild — bio, practice pages, city pages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50+ new reviews; 3-pack visibility improving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"The cases are in this market — Joye Law Firm and Drennan Law Firm are proving it every day. Brooke has the reputation. What she needs now is the system to capture them."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
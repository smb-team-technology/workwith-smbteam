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MAIDEN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Maiden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ads on any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Attorney manages intake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— every PI search goes to Joye or Drennan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31 reviews vs. 730+ — invisible in the local 3-pack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after-hours intake; attorney handles all inquiries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4.5-star reputation — strong foundation to build from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Stage 6: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Drennan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730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stars · local pack dominant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Joye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2,260+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stars · ads on every channel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Christmas Injury Lawyers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177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stars · 3-pack competitor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Maiden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MAIDEN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each one amplifies the others. When all four pillars are in place, Brooke can step back from the day-to-day and trust that the firm is handling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$500K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— and trust the firm handles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car accident + PI keywords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LSA — top-of-page, pay per lead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50+ Google reviews in 90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city pages: Charleston + N. Charleston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that runs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after-hours intake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60-sec form response: text + email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CRM to track every lead to close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intake script for car accident inquiries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cases to the first firm that calls 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and train a dedicated intake specialist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org chart and delegation SOPs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Establish revenue baseline + monthly target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owner draw — planned, not reactive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firm that runs when Brooke steps out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MAIDEN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Local SEO · Facebook &amp; Instagram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Dedicated coach · Weekly coaching · Intake + team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$10,000–$20,000/mo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~$7,500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(5–6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~$41,000 revenue · ~4×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(13–14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~$100,000 revenue · ~5×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campaigns go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application submitted; review campaign starts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— bio, practice pages, city pages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kickoff — intake protocols defined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50+ new reviews; 3-pack visibility improving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cases are in this market — Joye Law Firm and Drennan Law Firm are proving it every day. Brooke has the reputation. What she needs now is the system to capture them."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
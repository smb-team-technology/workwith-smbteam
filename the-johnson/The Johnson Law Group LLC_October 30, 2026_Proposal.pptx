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JOHNSON LAW GROUP LLC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The Johnson Law Group LLC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“It's fine to operate that way, but it's kind of not enough for me at this point.”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“It'd be different if we were getting leads on people that pay a retainer fee, right?”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“Three months, man, might be very hot. And then the next three months might be very cold.”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Only about two referral clients a month, with no steady source behind them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Growth leans on the founder's network, with no system to replace it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Past ad spend ran over budget, with results arriving months later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JOHNSON LAW GROUP LLC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Close to $1M a 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Launch bankruptcy-focused Google and LSA campaigns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Make local search a pipeline that runs without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Refresh the website around the cases you want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city pages for Greenbelt and nearby towns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spend inside a firm monthly limit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Put AI to Work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Use AI to follow up on every new inquiry fast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One phone number and a free-consultation prompt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Let AI draft emails and send status updates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Automate payment reminders on open invoices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Free up attorney hours so evenings stay yours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Make growth run on systems, not one person's contacts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signed retainer each month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Plan profit before you spend, not after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Document intake and case-status routines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Grow profit without growing your hours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JOHNSON LAW GROUP LLC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FULL SERVICE MARKETING — ESSENTIALS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527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5563" y="1519428"/>
            <a:ext cx="187896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Website · Local SEO · Google Ads · LSA · Social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– STARTER (3 USERS)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$1,050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6414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6701" y="2570988"/>
            <a:ext cx="1917827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month-to-month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3 users · Weekly AI session · 1M credits per 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$4,547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2650" y="3460051"/>
            <a:ext cx="2221877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$300/mo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58768"/>
            <a:ext cx="4041648" cy="384048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58768"/>
            <a:ext cx="3675887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+ Recommended ad spend: $3,000–$3,450/mo — to turn high-intent bankruptcy searches into signed cases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005840"/>
            <a:ext cx="4297680" cy="1298448"/>
          </a:xfrm>
          <a:prstGeom prst="rect">
            <a:avLst/>
          </a:prstGeom>
          <a:solidFill>
            <a:srgbClr val="F0FA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3168" y="1152144"/>
            <a:ext cx="3895344" cy="1463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B6B4A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1444752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1444752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0B6B4A"/>
                </a:solidFill>
                <a:latin typeface="Poppins"/>
              </a:rPr>
              <a:t>$1,750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00016" y="1673352"/>
            <a:ext cx="4041648" cy="256032"/>
          </a:xfrm>
          <a:prstGeom prst="rect">
            <a:avLst/>
          </a:prstGeom>
          <a:solidFill>
            <a:srgbClr val="E2F3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1737360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B2A38"/>
                </a:solidFill>
                <a:latin typeface="Poppins"/>
              </a:rPr>
              <a:t>Conservative  (3.9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1737360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$6,800 revenue · 2.3×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2020824"/>
            <a:ext cx="17830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1B2A38"/>
                </a:solidFill>
                <a:latin typeface="Poppins"/>
              </a:rPr>
              <a:t>Aggressive  (5.4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020824"/>
            <a:ext cx="21031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1" i="0">
                <a:solidFill>
                  <a:srgbClr val="0B6B4A"/>
                </a:solidFill>
                <a:latin typeface="Poppins"/>
              </a:rPr>
              <a:t>$9,400 revenue · 2.7×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487168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734056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00016" y="281635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2734056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More traffic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2734056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Local search leads added alongside your referrals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3081528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00016" y="316382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3081528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Smarter ad spend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3081528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Bankruptcy focus with a defined monthly ad budget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0" y="3429000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00016" y="351129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3429000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AI + marketing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429000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AI Workforce Pro plus weekly implementation sessions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referrals prove the demand — a steady lead system and AI doing the routine work are what let you grow profit without giving up your time at home."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RANDY GOLD | SMB TEAM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
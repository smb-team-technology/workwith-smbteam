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SIVIA BUSINESS &amp; LEGAL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Sivia Business &amp; Legal Services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Clio active, gaps TBD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Todd drives new biz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by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competitors claim digital lead flow Sivia misses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 reviews vs. Blake's 52+ — credibility gap in every practice area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7 offices with no geo pages — footprint invisible to local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Clio Grow active + modern website — intake foundation in place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Blake Behme Links Raney, P.C.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#1 estate plan &amp; biz law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Wendler &amp; Zinzilieta, PC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PI, Metro East 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Goldenberg Heller &amp; Rowland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Avvo 9.8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52-yr firm, 10 overlap areas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Sivia Business &amp; Legal Services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SIVIA BUSINESS &amp; LEGAL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Consistent Client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pillars must work together. When they do, Todd can step back from being the firm's primary rainmaker and let the systems generate clients.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7 Offices  →  Digital Lead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the firm generates clients on its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 — pay per lead,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review gap: 25+ Google reviews in 90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 pages for all 7 offices + nearby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for non-converting visitors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Embed contact form above fold — remove redirect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response protocol across all 7 offices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intake tracking in Clio Grow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response under 1 hour, every 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after-5pm leads to faster competitors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KPIs and scorecards for all 7 office locations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Quarterly P&amp;L review by office and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management layer — less on Todd's desk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Separate firm brand from Todd's personal name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to standardize ops across all offices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SIVIA BUSINESS &amp; LEGAL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Meta Ads · GBP — all 7 offices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standards · KPIs · financials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$6,500–$15,000/mo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$24,000 revenue · 3.7×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$63,000 revenue · 4.2×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launched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All 7 GBP listings rebuilt and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intake form embedded + optimized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 meeting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at 25+ new Google reviews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reputation Todd spent 20 years building is there — the digital system to turn that reputation into a predictable flow of new clients is not, yet."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
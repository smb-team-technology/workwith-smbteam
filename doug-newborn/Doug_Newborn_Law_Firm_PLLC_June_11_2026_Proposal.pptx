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DOUG NEWBORN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Doug Newborn Law Firm,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PI has no paid digital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Contact form buried below fold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KPIs / Doug escalation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PI invisible in paid search — Lerner &amp; Rowe captures every Tucson injury keyword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7 attorneys, no KPIs — recoverable billing runs untracked at $350/hr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Clio Draft paid and stalled 12+ months — $8-12K invested, zero ROI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850+ Google reviews — strongest review moat in Tucson Probate and EP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5: Law Firm CEO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Lerner &amp; Rowe Injury Attorneys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870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PI · heavy PPC · Tucson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Zanes Law Injury Lawyers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PI · 2003 · $500M+ won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Law Office of David I. Karp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9.0 Avvo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Probate · Oracle 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Doug Newborn Law Firm,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850+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DOUG NEWBORN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each depend on the others. Strengthen all four and the firm grows without more of Doug's personal time — until he can step back and trust it keeps running.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$5M → $10M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PI paid search — your story vs. every PI term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 pipeline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 pages for Marana, Oro Valley — more suburb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Pixel: recapture PPC visitors who didn't 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audit — fix citation conflicts hurting rankings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Above-fold contact form — capture after-hours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PI intake pipeline separate from Doug's cases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close rate by practice — find where leads die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coverage: every lead gets a same-day call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missed lead costs $900 CAC — fix follow-up now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KPIs + utilization targets for all 7 attorneys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cadence: huddles, dashboards run without Doug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Drive Clio Draft to completion — 30-day sprint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Practice area P&amp;L — managed weekly, not quarterly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owns the operational week; Doug owns his 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DOUG NEWBORN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PPC + LSA · SEO · Geo pages · Meta Pixel · Web 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$5,394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$7,794/mo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FCOO 9hrs/mo · KPIs · Clio sprint · Master's Circle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$21,391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$5,400/mo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$10,000–$40,000/mo paid directly to Google/Meta/LSA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$42,000 revenue · 4.2×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(~30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$200,000 revenue · 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Kickoff: PI ads strategy + FCOO intro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PI Google Ads + LSA campaigns 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above fold + Meta Pixel installed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KPIs + utilization targets set for all attorneys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Clio Draft sprint complete; geo pages indexed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firm has the revenue, the team, and the reviews — what you want now is to step back on a Friday and know Monday runs without you."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
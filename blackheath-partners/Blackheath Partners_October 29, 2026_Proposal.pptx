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BLACKHEATH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Blackheath Partners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“It was a lot of like lower tiered insurance people, not financial advisors.”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“I need my salespeople carrying me because people come to me because they want to work with me.”</a:t>
            </a:r>
          </a:p>
          <a:p>
            <a:pPr>
              <a:spcBef>
                <a:spcPts val="777"/>
              </a:spcBef>
            </a:pPr>
            <a:r>
              <a:rPr sz="6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86"/>
              </a:spcBef>
            </a:pPr>
            <a:r>
              <a:rPr sz="950" b="0" i="1">
                <a:solidFill>
                  <a:srgbClr val="003A59"/>
                </a:solidFill>
                <a:latin typeface="Poppins"/>
              </a:rPr>
              <a:t>“All of the success has come off of my referrals, my reputation, and … hardly anything off of marketing.”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LEAD GENERATION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Growth stops at Matt's network; almost nothing comes from marketing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Big advisor relationships wait on one calendar, with no booking path on the site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tracking, so the cost of winning an advisor through ads can't be measured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BLACKHEATH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100–200 New Advisors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Launch a measured proof of concept at the low end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Reach wealth advisors on Meta, LinkedIn and YouTube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audiences from advisor lists you can buy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clear call to action to every video and ad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Scale only what brings in the right advisors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Make It Easy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to Say 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Add a contact form and book-a-call button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Install the Meta pixel, Analytics and Tag Manager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Retarget visitors who do not reach out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a formal referral path once approved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Give each regional office its own page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Let Your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Carry the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Create a repeatable first advisor conversation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Move toward fewer final calls waiting on you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cost per qualified advisor from day one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Build brand awareness so team calls start warm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Review results monthly and decide where to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BLACKHEATH 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PAID ADS — 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$3,497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5277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5563" y="1519428"/>
            <a:ext cx="1878964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stand-alone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Meta · LinkedIn · YouTube · Google Display · remarketing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$3,497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9549" y="3460051"/>
            <a:ext cx="2244979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+ $3K–$12K/mo ad spend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Wrong leads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Aims ads at financial advisors, not 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Proof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Starts at the low end of the range, measured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Brand awareness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Steady ads with a call to action build awareness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"Advisors who already know the Blackheath name, and my salespeople carrying the conversation."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
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ELDER LEGAL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Elder Legal Solutions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10K+ unread emails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Tamr's the only 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Annual books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buried under 10,000+ unread emails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Tamr is the firm's only point of failure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Absent from every major elder-law directory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Revenue growing $100K-$120K/year on referrals alone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Siegel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87+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geo-page network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Elder Needs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21-30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multi-platform presence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Elder Law, P.A.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unconfirmed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active FB presence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Elder Legal Solutions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ELDER LEGAL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Fund Tamr's Raise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work together. When they do, Neal can step back from the inbox and Tamr can stop carrying the firm's core practice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$740K → $940K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Fund Tamr's raise, not his overtime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Google, LSA &amp; Meta ad campaigns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Avvo, Justia &amp; Yelp directory spots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geo-targeted pages like competitors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attorney bios to build trust online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referrals into a repeatable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the 10,000-email inbox with a process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fast follow-up to lift close rate to 50-75%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Cover after-hours leads before they go cold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first contact to close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Neal from personally working every intake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the paralegal already identified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second person on core Medicaid/VA 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to monthly financial reporting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margin by practice area, not just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$200K more revenue into Tamr's $50K raise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ELDER LEGAL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Local SEO · Google Ads · LSA · Meta Ads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1:1 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$9,000–$13,500/mo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$65,000 revenue · 7.2×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$155,000 revenue · 11.5×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Google, LSA &amp; Meta ad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SEO &amp; GBP live across all 5 offices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Homepage revamp adds attorney bios &amp; CTAs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coaching kickoff begins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Baseline reporting tracks leads &amp; close rate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"Tamr gets the raise he's earned — not from working harder, but because the firm finally runs without either of us carrying it alone."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
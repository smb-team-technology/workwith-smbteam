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LAWRENCE LAW OFFICE</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Lawrence Law Office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7</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No paid ads anywhere</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after-hours cover</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NEEDS WORK</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No delegation layer</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NEEDS WORK</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financial metrics</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Absent from all paid search while Joslyn, Gavvl, and Petroff advertise actively</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56 Google reviews at 4.0★ — Gavvl (90+, 4.8★) and Joslyn (78+, 4.8★) hold the 3-pack</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No intake system or after-hours coverage — first-to-respond competitors win those cases</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9.7 Avvo rating + Board Certified since 1990 + geo-targeting pages already in place</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3: Solo Practitioner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Gavvl Law, LLC</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90+ reviews · 4.8★</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Best Lawyers 2026 · ads active</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Joslyn Law Firm</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78+ reviews · 4.8★</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Google Ads + LSA · 6 attorneys</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Wood &amp; Long LLC</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Limited Google</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Exclusively family law · modern brand</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Lawrence Law Office</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~56 reviews · 4.0★</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LAWRENCE LAW OFFICE</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$125K/Month</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Lead Generation, Intake, Team, and Profit must all work together — fixing one without the others creates temporary wins, not lasting growth. When all four pillars are in place, Linda can step back and trust the firm runs without her in the middle of everything.</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$750K → $1.5M annual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Step back — the firm runs without you</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Turn Google into a client pipeline that runs</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Launch LSA — pay only when prospects call you</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Close the review gap: 56 → 75+ Google reviews</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Meta retargeting — re-capture site visitors</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Website rebuilt to convert mobile visitors</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After-hours protocol: no lead goes unanswered</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Document intake script — make it delegatable</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Follow-up sequence for leads who don’t sign fast</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Track close rate from first contact forward</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Free Linda from intake calls entirely</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Hire intake coordinator — remove founders from queue</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Track cost-per-client by marketing source</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Define profit goals — not just revenue targets</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Build org structure that runs without you daily</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Weekly coaching keeps all KPIs on track</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LAWRENCE LAW OFFICE</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$4,847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Website · Google Ads · LSA · Meta · SEO · GBP management</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masterminds · quarterly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$8,047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$1,147/mo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$3,500–$14,000/mo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$5,000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(4–5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$20K–$25K revenue  ·  ~6×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(18–22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$90K–$110K revenue  ·  ~6–7×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Coaching kickoff — baselines + 90-day goals set</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Google Ads live — Columbus divorce + custody</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Website optimization + NAP consistency audit</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GBP review campaign live — targeting 75+ reviews</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Ads optimized, KPIs tracked, after-hours protocol live</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“Imagine checking in on the firm — not because it needs you, but because you choose to. That is the firm Linda Lawrence has earned.”</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
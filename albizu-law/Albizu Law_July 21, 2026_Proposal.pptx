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ALBIZU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Albizu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local pack hits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CRM or follow-up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Iris = 85% of cases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margin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Iris absorbs 85% of casework at 70 hrs/week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visibility while rivals dominate every search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intake process — referral leads go uncontacted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4.7-star rating — a strong foundation to build 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Lincoln-Goldfinch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4,460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dominates immigration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Kirker Davis LLP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305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4.8★ · dominates family law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Alonso &amp; Alonso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119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bilingual rival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Albizu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~40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ALBIZU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$5M-$6M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marketing, intake, team, and profit — must work together. When they do, Iris can finally step back from 85% of casework and get her time 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$1.8M → $5M-$6M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Iris gets her 40-hour week 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the four-directory address conflict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Reactivate the family law ad landing page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immigration Google Search + LSA 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Spanish-language campaigns to stand 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visibility into a pipeline that runs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an embedded homepage contact form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defined lead follow-up sequence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lead from click to signed case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losing referrals to slow response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Iris from chasing every inquiry herself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a 90-day bilingual hiring sprint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Delegate casework to new attorneys &amp; paralegals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cost-per-case and margin by practice area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coaching-backed leadership structure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Give Iris her nights and weekends back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ALBIZU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Ads · Local SEO · GBP fixes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Hiring plan · Delegation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$10,597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$3,500–$14,000/mo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$4,000–$4,250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$17,500 revenue · 5.0×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(~25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$106,250 revenue · 7.6×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Growth marketing across both practice areas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citations &amp; complete LSA setup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homepage contact form to cut intake friction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Elite Coach Plus &amp; hiring sprint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Cost-per-case tracking live across the firm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just want a sustainable 40-hour week — and to be there for my daughter before she leaves for college."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
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CONLEY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Conley Law Office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Buried contact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attorney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Trust acct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Misapplied trust funds already occurred — a bigger risk as NC rules tighten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leads across family law, criminal defense, or PI — referrals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Ginny is the only attorney — the firm can't run or sell without her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12 years as a prosecutor: real, provable credibility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Summers &amp; Associates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Largest local review 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Klie Law Offices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38-110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4-city footprint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Raber Law Offices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25+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Direct PI/family competitor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Conley Law Office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Confirm live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CONLEY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Leads, intake, team, and profit all have to work together. When they do, Ginny can step back from day-to-day casework and build a firm ready to sell.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$425K → $850K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ready to hand off — or sell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all 3 practice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NAP mismatch across directories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and optimize your Google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Local Service Ads for pay-per-lead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leads that don't need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to the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new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trackable intake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leads to faster competitors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your time from answering every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Finish the trust account cleanup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Complete the Clio migration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leadership layer before NC opens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real profit,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firm a buyer can step into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CONLEY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Local SEO · Google PPC · LSA · Meta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$9,200-$16,700/mo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(2-3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$14,300 revenue · 1.6x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(4-5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$31,200 revenue · 1.9x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 &amp; LSA across all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moves to the homepage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claimed, optimized, NAP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Review-generation process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cadence set, trust cleanup 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"In five years, I want a firm someone would actually want to buy — not just one that's busy."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
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HOYER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Hoyer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NO PAID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channels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GAPS EXIST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confirmed SOP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NEEDS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GM not formalized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NO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ads — CoilLaw &amp; Arnold Wadsworth capture every high-intent search click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CoilLaw: 308 reviews at 4.8 vs. Hoyer Law's 139 — 3-pack visibility suppressed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Three phone numbers &amp; outdated address confirmed across directories — SEO liability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10-person bilingual team + GM already in place — self-managing foundation exists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CoilLaw,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308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multi-location · paying ads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Arnold Wadsworth &amp; Coggins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unverified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Lehi office · multi-attorney · paid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SeegLawUtah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unverified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family law only · 20+ yrs · local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Hoyer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139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HOYER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$1.2M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Marketing, Intake, Team, and Profit must all work together. Missing any one means growth stalls regardless of ad spend. When all four pillars fire, Casey can step away from the day-to-day and trust the firm handles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~$600K → $1.2M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—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daily family law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get Google Screened today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Spanish-language ads — own an unserved segment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data and restore your ranking potential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Compete for paid placements CoilLaw is winning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Capture leads that arrive after hours and weekends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intake SOP so every call converts consistently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a 1-hour response standard for all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Train staff on a proven family law consult script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lead-to-consult rate every month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Formalize Analia's GM authority and decision rights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weekly KPI dashboard and accountability meeting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Deploy AI intake response — handle leads after hours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profitability by case type — know your margins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monthly dashboard: revenue, costs, take-home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HOYER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· SEO · Spanish-language campaigns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FRACTIONAL CTO LEVEL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Claude Enterprise · AI Skills · CTO-led rollout · staff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$8,144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$1,350/mo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$5,500–$14,000/mo paid directly to Google/Meta/LSA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~$10,000 (default)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(~8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~$80,000 revenue · ~15×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(~25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~$250,000 revenue · ~18×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Ads, LSA, Meta — family law + Spanish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inconsistencies across all directories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Fractional CTO kickoff — Claude Enterprise + AI Skills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lead response system + intake dashboard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GM framework, KPI dashboard, and AI fully operational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“The reputation is here. The team is here. The bilingual staff to serve all of Utah County is here. The only thing missing is the growth engine — and that is exactly what we are building next.”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
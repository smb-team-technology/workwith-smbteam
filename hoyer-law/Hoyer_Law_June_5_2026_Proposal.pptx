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HOYER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Hoyer Law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Calibri"/>
              </a:rPr>
              <a:t>CRITICAL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paid ads observed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16A34A"/>
                </a:solidFill>
                <a:latin typeface="Calibri"/>
              </a:rPr>
              <a:t>ON TRACK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Dedicated intake 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16A34A"/>
                </a:solidFill>
                <a:latin typeface="Calibri"/>
              </a:rPr>
              <a:t>ON TRACK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GM + 10-person team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profit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paid ads — CoilLaw &amp; Arnold Wadsworth capture every high-intent search click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CoilLaw: 369 reviews at 4.8 vs. Hoyer Law's 139 — gap widening every week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Three phone numbers &amp; outdated address confirmed across directories — SEO liability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10-person bilingual team + GM already in place — self-managing foundation exists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CoilLaw,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369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4.8★ · multi-location · paying ads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Arnold Wadsworth &amp; Coggins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unverified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Lehi office · multi-attorney · paid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SeegLawUtah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unverified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family law only · 20+ yrs · local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Hoyer Law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139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HOYER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Reach $1.2M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Marketing, Intake, Team, and Profit must all work together. Missing any one means growth stalls regardless of ad spend. When all four pillars fire, Casey can step away from the day-to-day and trust the firm handles itself.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~$600K → $1.2M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Step away — and trust the firm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daily family law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LSA — get Google Screened today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Spanish-language ads — own an unserved segment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 data and restore your ranking potential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Compete for paid placements CoilLaw is winning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Amplify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Grow Conversions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paid traffic into booked consultations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AI after-hours intake — no lead left unanswered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Bilingual intake reaches all of Utah County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Post-case review requests after every close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Expand St. George paid presence — 2nd market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Scale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Clarity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FCTO Level 1 — AI Skills for every staff role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Claude Enterprise configured for Hoyer Law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Monthly profit dashboard by case type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Marketing attribution: track ROI by channel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Growth roadmap: upgrade tiers as revenue grows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HOYER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$4,847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Meta · SEO · Spanish-language campaigns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FRACTIONAL CTO LEVEL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$3,297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$3,797/mo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Claude Enterprise · AI Skills · CTO-led rollout · staff training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$8,144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$1,350/mo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$5,500–$14,000/mo paid directly to Google/Meta/LSA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~$10,000 (default)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(~8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~$80,000 revenue · ~15×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(~25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~$250,000 revenue · ~18×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Launch Google Ads, LSA, Meta — family law + Spanish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NAP inconsistencies across all directories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Fractional CTO kickoff — Claude Enterprise + AI Skills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Review acquisition campaign activated for CoilLaw gap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Paid benchmarks set + AI fully deployed across team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“The reputation is here. The team is here. The bilingual staff to serve all of Utah County is here. The only thing missing is the growth engine — and that is exactly what we are building next.”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Randy Gold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
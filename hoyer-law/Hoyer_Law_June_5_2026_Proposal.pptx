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HOYER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Hoyer Law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paid ads active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Delegation in 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GM role not formal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margin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paid ads — CoilLaw captures every paid click in Utah County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CoilLaw: 308 reviews vs. 139 — 3-pack visibility gap widens monthly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NAP errors on YellowPages suppress rankings already earned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139 reviews + bilingual staff = unique advantage no competitor holds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CoilLaw,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308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4.8★ · multi-location Utah County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Arnold, Wadsworth &amp; Coggins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Unverified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Lehi office · national award recognition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SeegLawUtah — H. Seegmiller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20+ yrs exp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Exclusive family law · same geography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Hoyer Law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139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HOYER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$8M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Generation, Intake, Team, and Profit Plan — all four must work together. Missing any one means growth stalls regardless of effort. When all four work, Casey can step away from operations and trust the firm delivers — every single month.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$4M → $8M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Step back and trust the firm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 Ads for divorce + custody in Utah County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Activate LSA — get Google Screened on 139 reviews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Run Spanish-language ads — no local competitor doing 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NAP errors to recover suppressed 3-pack rankings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client pipeline that runs itself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after-hours response — stop losing evening leads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intake SOP with a 1-hour response standard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Automate consultation booking from website forms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consultation-to-retainer conversion rate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intake so every lead becomes a booked consult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Formalize Analia's GM authority + team KPI dashboard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Weekly accountability meeting structure for all roles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case-type profitability tracking monthly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owner comp plan — know what you take home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Two-location protocol so Casey can genuinely step back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HOYER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$7,397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$8,997/mo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· LSA · Meta · Spanish campaigns · SEO · GBP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MASTER'S CIRCLE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$4,997/mo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masterminds · GM framework · profit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$11,997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$1,997/mo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$10,000–$45,000/mo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~$10,000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(~15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~$150,000 revenue · ~15×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(~79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~$790,000 revenue · ~18×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Google, LSA, Meta, and Spanish campaigns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Correct all NAP errors across directories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Activate website lead response + booking system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GM coaching kickoff — Analia's framework built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Financial dashboard + case profitability live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"You have spent 15 years building this firm. Now it is time to build it so it works without you."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